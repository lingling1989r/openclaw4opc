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1828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认知与案例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看案例 + 盘需求 + 找方向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商业化实战指南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开场：四步走计划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看案例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了解AI商业化成功案例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606040" y="12801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60604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盘需求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60604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分析自身业务核心需求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12801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75488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找方向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5488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确定落地执行方向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03720" y="12801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90372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建方案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90372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制定可执行落地方案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认知：不做什么比做什么更重要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3840480" cy="25603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544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做减法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聚焦核心能力\n拒绝无效忙碌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0" y="1371600"/>
            <a:ext cx="4114800" cy="64008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14630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边界意识 &gt; 扩张欲望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0" y="2148840"/>
            <a:ext cx="4114800" cy="64008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22402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拒绝 = 保护核心精力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0" y="2926080"/>
            <a:ext cx="4114800" cy="64008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30175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少即是多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AI边界：理论 vs 实际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3931920" cy="320040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理论上限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通用能力强大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知识面广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24/7 可用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成本持续下降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3931920" cy="320040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14630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实际局限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937760" y="210312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幻觉与错误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上下文有限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需人工审核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落地有门槛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龙虾 vs APP 差异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AI 做事 vs 用 AI 赚钱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8229600" cy="219456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945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用 AI 做事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945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用 AI 赚钱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目标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提效降本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商业变现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门槛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会用即可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需商业闭环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价值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工具属性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产品属性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傅盛案例拆解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猎豹移动 + AI 的转型之路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8229600" cy="82296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45920"/>
            <a:ext cx="73152" cy="8229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83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in AI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全面转型AI，砍掉非核心业务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8229600" cy="82296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651760"/>
            <a:ext cx="73152" cy="8229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788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产品落地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3108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推出AI翻译、AI机器人等实际产品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8229600" cy="82296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3657600"/>
            <a:ext cx="73152" cy="8229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7947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场景聚焦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31520" y="4114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找到适合AI发挥的垂直场景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 案例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付费产品的成功范例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651760" cy="16459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8288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$2B+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年营收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1645920"/>
            <a:ext cx="2651760" cy="16459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18288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200万+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291840" y="2468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付费用户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0" y="1645920"/>
            <a:ext cx="2651760" cy="16459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18288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126480" y="2468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开发者使用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成功关键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精准用户 + 刚需场景 + 付费意愿 = 商业闭环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需求引导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如何挖掘客户真实需求？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457200" cy="45720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91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691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问场景 - 做什么事？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457200" cy="45720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91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514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问痛点 - 哪里最麻烦？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457200" cy="45720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691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3337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问预算 - 愿意花多少？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57200" y="4114800"/>
            <a:ext cx="457200" cy="45720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1691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4160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问决策 - 谁来决定？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付费社群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培训/咨询的变现路径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51760" cy="292608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554480"/>
            <a:ext cx="2651760" cy="548640"/>
          </a:xfrm>
          <a:prstGeom prst="rect">
            <a:avLst/>
          </a:prstGeom>
          <a:solidFill>
            <a:srgbClr val="2D7D4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459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引流层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免费内容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短视频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566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直播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91840" y="1554480"/>
            <a:ext cx="2651760" cy="292608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2" name="Shape 10"/>
          <p:cNvSpPr/>
          <p:nvPr/>
        </p:nvSpPr>
        <p:spPr>
          <a:xfrm>
            <a:off x="3291840" y="1554480"/>
            <a:ext cx="2651760" cy="54864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6459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转化层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7472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低价课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74720" y="2926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社群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74720" y="3566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1v1咨询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26480" y="1554480"/>
            <a:ext cx="2651760" cy="292608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8" name="Shape 16"/>
          <p:cNvSpPr/>
          <p:nvPr/>
        </p:nvSpPr>
        <p:spPr>
          <a:xfrm>
            <a:off x="6126480" y="1554480"/>
            <a:ext cx="2651760" cy="5486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16459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利润层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0936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高价课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09360" y="2926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企业服务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09360" y="3566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年度会员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行动建议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0" y="1325880"/>
            <a:ext cx="18288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28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先跑通最小交付，找到种子用户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打磨案例，用效果说话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扩大声量，建立个人品牌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749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持续迭代，形成商业闭环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加入我们，一起探索 AI 商业化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认知与案例</dc:title>
  <dc:subject>PptxGenJS Presentation</dc:subject>
  <dc:creator>Kin</dc:creator>
  <cp:lastModifiedBy>Kin</cp:lastModifiedBy>
  <cp:revision>1</cp:revision>
  <dcterms:created xsi:type="dcterms:W3CDTF">2026-03-02T11:31:32Z</dcterms:created>
  <dcterms:modified xsi:type="dcterms:W3CDTF">2026-03-02T11:31:32Z</dcterms:modified>
</cp:coreProperties>
</file>