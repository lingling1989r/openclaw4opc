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认知与案例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金句版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0" y="3291840"/>
            <a:ext cx="1828800" cy="36576"/>
          </a:xfrm>
          <a:prstGeom prst="rect">
            <a:avLst/>
          </a:prstGeom>
          <a:solidFill>
            <a:srgbClr val="FF6B35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不做什么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比做什么更重要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1828800" y="1737360"/>
            <a:ext cx="5486400" cy="2743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1031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做减法 = 保护核心精力\n少即是多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盘需求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赢了一大半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需求搞清楚了\n解决方案就完成了一半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让子弹飞一会儿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变化太快\n不要急于下结论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保持观察，持续迭代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AI边界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理论 vs 实际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828800" y="1645920"/>
            <a:ext cx="5486400" cy="0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理论：知识面广、24/7可用、成本下降\n实际：幻觉、需审核、落地有门槛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龙虾 vs APP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工具适应你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371600" y="1828800"/>
            <a:ext cx="6400800" cy="2743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1945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用AI做事 = 提效降本（工具属性）\n用AI赚钱 = 商业闭环（产品属性）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畏难情绪真相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你不是不行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你只是还没找到对的切入口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先完成，再完美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傅盛案例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明线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0" y="1463040"/>
            <a:ext cx="2743200" cy="2743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in AI\n砍掉非核心业务\n推出AI产品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傅盛案例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暗线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0" y="1463040"/>
            <a:ext cx="2743200" cy="2743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聚焦+坚持\n长期主义\n相信相信的力量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四步走计划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看案例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盘需求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找方向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3840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建方案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看案例 → 盘需求 → 找方向 → 建方案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认知与案例 - 金句版</dc:title>
  <dc:subject>PptxGenJS Presentation</dc:subject>
  <dc:creator>Kin</dc:creator>
  <cp:lastModifiedBy>Kin</cp:lastModifiedBy>
  <cp:revision>1</cp:revision>
  <dcterms:created xsi:type="dcterms:W3CDTF">2026-03-02T13:45:39Z</dcterms:created>
  <dcterms:modified xsi:type="dcterms:W3CDTF">2026-03-02T13:45:39Z</dcterms:modified>
</cp:coreProperties>
</file>