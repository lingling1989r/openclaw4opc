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认知与案例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457200" y="2651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金句版 V2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0" y="3291840"/>
            <a:ext cx="1828800" cy="36576"/>
          </a:xfrm>
          <a:prstGeom prst="rect">
            <a:avLst/>
          </a:prstGeom>
          <a:solidFill>
            <a:srgbClr val="FF6B35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市面上的项目很多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真正跑出案例的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很少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32004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案例才是核心竞争力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不做什么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1463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比做什么更重要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560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做减法 = 保护核心精力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盘需求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1463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赢了一大半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25603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需求搞清楚\n解决方案就完成了一半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让子弹飞一会儿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14630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变化太快，不要急于下结论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保持观察\n持续迭代\n等待最佳时机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AI边界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理论 vs 实际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828800" y="1554480"/>
            <a:ext cx="5486400" cy="0"/>
          </a:xfrm>
          <a:prstGeom prst="line">
            <a:avLst/>
          </a:prstGeom>
          <a:noFill/>
          <a:ln w="25400">
            <a:solidFill>
              <a:srgbClr val="FF6B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0116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理论：知识面广、24/7可用、成本下降\n实际：幻觉、需审核、落地有门槛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龙虾 vs APP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工具适应你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371600" y="1828800"/>
            <a:ext cx="6400800" cy="27432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19456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用AI做事 = 提效降本（工具属性）\n用AI赚钱 = 商业闭环（产品属性）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畏难情绪真相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你不是不行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你只是还没找到对的切入口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先完成，再完美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先业务再技能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我的原则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0" y="1645920"/>
            <a:ext cx="3657600" cy="27432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01168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先有业务\n再练技能\n技能服务于业务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普通人思路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最近的路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931920" y="1005840"/>
            <a:ext cx="1280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212080" y="91440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最好的路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914400" y="2011680"/>
            <a:ext cx="7315200" cy="0"/>
          </a:xfrm>
          <a:prstGeom prst="line">
            <a:avLst/>
          </a:prstGeom>
          <a:noFill/>
          <a:ln w="12700">
            <a:solidFill>
              <a:srgbClr val="B0B0B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最快变现\n但可能不是长期最优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754880" y="228600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长期价值\n但需要耐心积累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傅盛案例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明线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0" y="1463040"/>
            <a:ext cx="2743200" cy="27432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82880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in AI\n砍掉非核心业务\n推出AI产品</a:t>
            </a:r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傅盛案例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暗线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0" y="1463040"/>
            <a:ext cx="2743200" cy="27432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82880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聚焦+坚持\n长期主义\n相信相信的力量</a:t>
            </a:r>
            <a:endParaRPr lang="en-US"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四步走计划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看案例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20116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盘需求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914400" y="29260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找方向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914400" y="38404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建方案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看案例 → 盘需求 → 找方向 → 建方案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认知与案例 - 金句版 V2</dc:title>
  <dc:subject>PptxGenJS Presentation</dc:subject>
  <dc:creator>Kin</dc:creator>
  <cp:lastModifiedBy>Kin</cp:lastModifiedBy>
  <cp:revision>1</cp:revision>
  <dcterms:created xsi:type="dcterms:W3CDTF">2026-03-02T14:20:02Z</dcterms:created>
  <dcterms:modified xsi:type="dcterms:W3CDTF">2026-03-02T14:20:02Z</dcterms:modified>
</cp:coreProperties>
</file>