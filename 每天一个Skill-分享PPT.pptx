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每天一个 Skill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技能系统入门指南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打造你的 AI 超能力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Skill？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职场比喻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新员工入职 → 公司培训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通用培训：企业文化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技能培训：Excel/PPT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业务培训：产品知识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没有培训的员工 = 没有 Skill 的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Skill = AI 的岗前培训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20116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省钱：不用每次从头教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高效：培训一次终身可用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专业：2小时学的2秒搞定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标准：像 SOP 一样稳定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解决什么问题？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 打工人痛点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写周报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每次重新描述格式 → 自动按模板生成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查数据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手动复制粘贴 → 一句话自动汇总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写邮件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每次现想 → 按公司风格生成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创业者痛点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客服回复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每次手动敲字 → 自动按话术库回复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社媒运营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每天手动发 → 自动定时发布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每周手动汇总 → 自动生成报表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商业模式机会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ToB - 卖给企业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行业垂直 Skill 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企业定制 Skill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Skill 即服务 SaaS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 ToC - 卖给个人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技能库订阅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培训课程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自由职业者工具包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94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案例：跨境电商运营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开发「Amazon 运营 Skill 包」（关键词调研+竞品分析+review提取）→ 定价 $99/月卖给其他卖家 → 这就是一门生意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现有 Skills 一览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职场效率类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天气查询 📡 · 笔记系统 📝 · 提醒事项 ⏰ · 日历 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GitHub（PR/Issue管理）· 编码助手（Codex后台编程）· 浏览器控制（自动化网页）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企业协作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· Slack · Discord · 飞书 · 邮件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ClawHub 技能市场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https://clawhub.com - 搜索、安装、发布 Skills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如何使用？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560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命令示例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查看已安装技能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skills list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安装新技能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clawhub install weather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直接开聊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"北京今天天气怎么样？"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"帮我写个请假条"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自动触发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会根据你的请求自动匹配合适的 Skill，不需要手动选择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技术结构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2560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文件结构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my-skill/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      ← 说明书（必需）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      ← 自动化脚本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references/   ← 知识库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assets/       ← 素材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示例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周报生成器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"每周一自动生成周报"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什么时候用？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每周一需要写周报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怎么说？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"帮我写个周报"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加载优先级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Workspace（当前）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~/.openclaw/skills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系统内置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为什么现在就要学？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2286000"/>
            <a:ext cx="64008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2103120"/>
            <a:ext cx="365760" cy="365760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 Excel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工资涨 30%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 Python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转型数据分析师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2103120"/>
            <a:ext cx="365760" cy="365760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 AI + Skill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弯道超车 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时代，会用 AI 工具是基础，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会定制 AI 才是核心竞争力。"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作业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828800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 OpenClaw 说：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"帮我查下北京天气"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"帮我写个请假条"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0" y="17373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工具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到服务器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改造龙虾目录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思考派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17920" y="17373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写下你工作中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最重复的 3 件事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想想能否用 Skill 自动化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加微信：aoxueluoluo（备注：大龙虾）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明天见！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每天一个 Skill - OpenClaw 入门</dc:title>
  <dc:subject>PptxGenJS Presentation</dc:subject>
  <dc:creator>运营助手</dc:creator>
  <cp:lastModifiedBy>运营助手</cp:lastModifiedBy>
  <cp:revision>1</cp:revision>
  <dcterms:created xsi:type="dcterms:W3CDTF">2026-03-04T12:50:22Z</dcterms:created>
  <dcterms:modified xsi:type="dcterms:W3CDTF">2026-03-04T12:50:22Z</dcterms:modified>
</cp:coreProperties>
</file>