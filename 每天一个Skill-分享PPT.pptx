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5A3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每天一个 Skill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 技能系统入门指南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打造你的 AI 超能力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什么是 Skill？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职场比喻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新员工入职 → 公司培训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通用培训：企业文化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技能培训：Excel/PPT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业务培训：产品知识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没有培训的员工 = 没有 Skill 的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Skill = AI 的岗前培训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201168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省钱：不用每次从头教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高效：培训一次终身可用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专业：2小时学的2秒搞定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标准：像 SOP 一样稳定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解决什么问题？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2697480" cy="3977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22960"/>
            <a:ext cx="269748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8686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👔 打工人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2514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项目汇报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手动写 → 自动分析生成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+ PPT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周报撰写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每次重新描述 → 模板自动生成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Notion/Obsidian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邮件回复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每次现想 → 按风格生成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邮件 Skill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3260" y="822960"/>
            <a:ext cx="2697480" cy="3977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23260" y="822960"/>
            <a:ext cx="269748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3223260" y="8686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创业老板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14700" y="1325880"/>
            <a:ext cx="2514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团队管理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手动催进度 → 自动汇总状态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+ Trello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数据分析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每周手动 → 自动生成报表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飞书/Bitable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财务对账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逐笔核对 → 自动匹配账单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文档处理 Skill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80760" y="822960"/>
            <a:ext cx="2697480" cy="3977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80760" y="822960"/>
            <a:ext cx="2697480" cy="411480"/>
          </a:xfrm>
          <a:prstGeom prst="rect">
            <a:avLst/>
          </a:prstGeom>
          <a:solidFill>
            <a:srgbClr val="FF5A36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0" y="8686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自媒体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72200" y="1325880"/>
            <a:ext cx="2514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 视频制作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手动剪辑 → AI 自动提取片段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Frames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✍️ 内容创作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每天手动写 → 自动按风格生成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写作 Skill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竞品监控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手动去看 → 自动推送变化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Skill: </a:t>
            </a:r>
            <a:pPr indent="0" marL="0">
              <a:buNone/>
            </a:pPr>
            <a:r>
              <a:rPr lang="en-US" sz="9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+ 搜索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商业模式机会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ToB - 卖给企业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行业垂直 Skill 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企业定制 Skill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Skill 即服务 SaaS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🏃 ToC - 卖给个人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技能库订阅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培训课程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自由职业者工具包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7947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案例：跨境电商运营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开发「Amazon 运营 Skill 包」（关键词调研+竞品分析+review提取）→ 定价 $99/月 → 这就是一门生意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现有 Skills 一览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20040" cy="32004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职场效率类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417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天气查询 · 笔记系统 · 提醒事项 · 日历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320040" cy="3200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011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技术类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2331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· 编码助手 · 浏览器控制 · PPT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926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企业协作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46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 · Slack · Discord · 飞书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320040" cy="32004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38404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ClawHub 技能市场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160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https://clawhub.com - 搜索、安装、发布 Skills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如何使用？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23774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命令示例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查看已安装技能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openclaw skills list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安装新技能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clawhub install weather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直接开聊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"北京今天天气怎么样？"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977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自动触发：OpenClaw 会根据你的请求自动匹配合适的 Skill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技术结构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23774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文件结构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my-skill/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      ← 说明书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      ← 自动化脚本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references/   ← 知识库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assets/       ← 素材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加载优先级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6916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🥇 Workspace（当前）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&gt; ~/.openclaw/skills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&gt; 系统内置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为什么现在就要学？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0"/>
            <a:ext cx="640080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2103120"/>
            <a:ext cx="365760" cy="36576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工资涨 30%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3931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 Python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25146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转型数据分析师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89520" y="2103120"/>
            <a:ext cx="365760" cy="365760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2024+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 AI + Skill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2514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弯道超车 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时代，会用 AI 工具是基础，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840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会定制 AI 才是核心竞争力。"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作业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ect">
            <a:avLst/>
          </a:prstGeom>
          <a:solidFill>
            <a:srgbClr val="FF5A3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体验派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 OpenClaw 说：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"帮我查下天气"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"帮我写个请假条"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560320" cy="18288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1280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实战派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383280" y="17373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AI 工具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到服务器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改造龙虾目录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560320" cy="1828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思考派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写下最重复的3件事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能否用 Skill 自动化？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加微信：aoxueluoluo（备注：大龙虾）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明天见！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每天一个 Skill - OpenClaw 入门</dc:title>
  <dc:subject>PptxGenJS Presentation</dc:subject>
  <dc:creator>运营助手</dc:creator>
  <cp:lastModifiedBy>运营助手</cp:lastModifiedBy>
  <cp:revision>1</cp:revision>
  <dcterms:created xsi:type="dcterms:W3CDTF">2026-03-04T14:49:27Z</dcterms:created>
  <dcterms:modified xsi:type="dcterms:W3CDTF">2026-03-04T14:49:27Z</dcterms:modified>
</cp:coreProperties>
</file>