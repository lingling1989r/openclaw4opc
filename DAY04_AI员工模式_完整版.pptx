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3D7EAA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00400"/>
            <a:ext cx="3657600" cy="3657600"/>
          </a:xfrm>
          <a:prstGeom prst="ellipse">
            <a:avLst/>
          </a:prstGeom>
          <a:solidFill>
            <a:srgbClr val="FF6B35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9144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🦞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OpenClaw 行动营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</a:rPr>
              <a:t>第四章：行动营 - 外包模式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B35"/>
                </a:solidFill>
              </a:rPr>
              <a:t>AI 员工模式 · 输入输出方法论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罗傲雪 · 2026年3月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</a:rPr>
              <a:t>本章目录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F5F8F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</a:rPr>
              <a:t>4.1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188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</a:rPr>
              <a:t>理念纠正：AI是员工，不是外包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288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</a:rPr>
              <a:t>4.2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8288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</a:rPr>
              <a:t>大SOP：人机协作流程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solidFill>
            <a:srgbClr val="F5F8F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688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</a:rPr>
              <a:t>4.3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4688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</a:rPr>
              <a:t>小SOP：输入+输出方法论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1089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</a:rPr>
              <a:t>4.4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1089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</a:rPr>
              <a:t>员工模式的适用场景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solidFill>
            <a:srgbClr val="F5F8F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7490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</a:rPr>
              <a:t>4.5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7490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</a:rPr>
              <a:t>实战：梳理你的员工任务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3891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</a:rPr>
              <a:t>4.6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43891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</a:rPr>
              <a:t>成果验收与反馈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4.1 理念纠正：AI是员工，不是外包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840480"/>
          </a:xfrm>
          <a:prstGeom prst="rect">
            <a:avLst/>
          </a:prstGeom>
          <a:solidFill>
            <a:srgbClr val="FEE2E2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91440" cy="3840480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1B1B"/>
                </a:solidFill>
              </a:rPr>
              <a:t>❌ 错误理解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AI 是外包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</a:rPr>
              <a:t>一次性项目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</a:rPr>
              <a:t>做完就结束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</a:rPr>
              <a:t>需要详细沟通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</a:rPr>
              <a:t>成本高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931920" cy="3840480"/>
          </a:xfrm>
          <a:prstGeom prst="rect">
            <a:avLst/>
          </a:prstGeom>
          <a:solidFill>
            <a:srgbClr val="DCFCE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91440" cy="384048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6534"/>
                </a:solidFill>
              </a:rPr>
              <a:t>✅ 正确理解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554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AI 是员工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29200" y="210312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</a:rPr>
              <a:t>长期协作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</a:rPr>
              <a:t>持续工作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</a:rPr>
              <a:t>说清楚就能干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</a:rPr>
              <a:t>成本极低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AI 员工 vs 传统员工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200400"/>
        </p:xfrm>
        <a:graphic>
          <a:graphicData uri="http://schemas.openxmlformats.org/drawingml/2006/table">
            <a:tbl>
              <a:tblPr/>
              <a:tblGrid>
                <a:gridCol w="2286000"/>
                <a:gridCol w="2971800"/>
                <a:gridCol w="2971800"/>
              </a:tblGrid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对比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传统员工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AI 员工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</a:rPr>
                        <a:t>触发条件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</a:rPr>
                        <a:t>发工资才能干活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</a:rPr>
                        <a:t>给API就能干活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</a:rPr>
                        <a:t>技能培养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</a:rPr>
                        <a:t>需要入职培训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</a:rPr>
                        <a:t>需要提示词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</a:rPr>
                        <a:t>工作时长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</a:rPr>
                        <a:t>8小时/天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</a:rPr>
                        <a:t>7×24小时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</a:rPr>
                        <a:t>人员成本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</a:rPr>
                        <a:t>几千/月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</a:rPr>
                        <a:t>几十/月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</a:rPr>
                        <a:t>稳定性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</a:rPr>
                        <a:t>会请假会离职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</a:rPr>
                        <a:t>永不离职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4.2 大SOP：人机协作流程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我们跟机器协作的SOP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828800" cy="10972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7373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机器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抓取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0" y="17373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0" y="1463040"/>
            <a:ext cx="182880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0" y="17373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人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审核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17373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029200" y="1463040"/>
            <a:ext cx="1828800" cy="10972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7373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机器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分发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0" y="17373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315200" y="1463040"/>
            <a:ext cx="137160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0" y="17373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人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反馈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</a:rPr>
              <a:t>核心问题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什么时候人做？什么时候机器做？机器干完谁来接手？怎么检查输出？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</a:rPr>
              <a:t>梳理步骤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1.列出任务全流程 → 2.标注负责人 → 3.明确交接点 → 4.设置检查节点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4.3 小SOP：输入+输出方法论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657600" cy="2286000"/>
          </a:xfrm>
          <a:prstGeom prst="rect">
            <a:avLst/>
          </a:prstGeom>
          <a:solidFill>
            <a:srgbClr val="E0F2FE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88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69A1"/>
                </a:solidFill>
              </a:rPr>
              <a:t>📥 输入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这个任务需要什么材料/信息？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来自现实世界的资料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0" y="1645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6B35"/>
                </a:solidFill>
              </a:rPr>
              <a:t>→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029200" y="1005840"/>
            <a:ext cx="3657600" cy="2286000"/>
          </a:xfrm>
          <a:prstGeom prst="rect">
            <a:avLst/>
          </a:prstGeom>
          <a:solidFill>
            <a:srgbClr val="DCFCE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212080" y="1188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803D"/>
                </a:solidFill>
              </a:rPr>
              <a:t>📤 输出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212080" y="173736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期望产出什么结果？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AI加工后的产物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6B35"/>
                </a:solidFill>
              </a:rPr>
              <a:t>💡 重要：中间流程哪怕给不到都没关系，AI会自己处理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举例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26280"/>
          <a:ext cx="8229600" cy="548640"/>
        </p:xfrm>
        <a:graphic>
          <a:graphicData uri="http://schemas.openxmlformats.org/drawingml/2006/table">
            <a:tbl>
              <a:tblPr/>
              <a:tblGrid>
                <a:gridCol w="2286000"/>
                <a:gridCol w="2971800"/>
                <a:gridCol w="2971800"/>
              </a:tblGrid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任务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输入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输出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</a:rPr>
                        <a:t>写周报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</a:rPr>
                        <a:t>本周工作记录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</a:rPr>
                        <a:t>按模板生成的周报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</a:rPr>
                        <a:t>查天气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</a:rPr>
                        <a:t>城市名称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</a:rPr>
                        <a:t>天气情况+建议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</a:rPr>
                        <a:t>搜集资料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</a:rPr>
                        <a:t>关键词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</a:rPr>
                        <a:t>整理好的资料汇总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4.4 员工模式的适用场景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3931920"/>
          </a:xfrm>
          <a:prstGeom prst="rect">
            <a:avLst/>
          </a:prstGeom>
          <a:solidFill>
            <a:srgbClr val="DCFCE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972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6534"/>
                </a:solidFill>
              </a:rPr>
              <a:t>✅ 适合交给AI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重复性工作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信息整理（收集、汇总、分类）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内容生成（文案、报告、邮件）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数据分析（统计、汇总、趋势）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客服回复（标准化回答）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3931920" cy="3931920"/>
          </a:xfrm>
          <a:prstGeom prst="rect">
            <a:avLst/>
          </a:prstGeom>
          <a:solidFill>
            <a:srgbClr val="FEE2E2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0972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91B1B"/>
                </a:solidFill>
              </a:rPr>
              <a:t>❌ 不适合交给AI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64592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复杂决策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（需要行业经验判断）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情感沟通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（需要人情世故）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核心创意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（需要独特审美判断）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需要信任关系的合作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（对外沟通仍需真人）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4.5 实战：梳理你的员工任务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</a:rPr>
              <a:t>练习1：列出你的日常任务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步骤：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1. 列出每天/每周要做的所有任务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2. 逐个判断：能否交给AI做？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3. 选出Top3，验证输入+输出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8346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</a:rPr>
              <a:t>练习2：写一个任务卡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</a:rPr>
              <a:t>任务名称：[例如：写周报]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5204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</a:rPr>
              <a:t>输入：我需要给AI什么 → [本周工作记录、模板要求]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7947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</a:rPr>
              <a:t>输出：AI应该产出什么 → [按模板生成的周报]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0690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</a:rPr>
              <a:t>验证：实际用一下，看输出是否符合预期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3434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</a:rPr>
              <a:t>测试验证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常见可AI化的任务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200400"/>
        </p:xfrm>
        <a:graphic>
          <a:graphicData uri="http://schemas.openxmlformats.org/drawingml/2006/table">
            <a:tbl>
              <a:tblPr/>
              <a:tblGrid>
                <a:gridCol w="2286000"/>
                <a:gridCol w="2971800"/>
                <a:gridCol w="2971800"/>
              </a:tblGrid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任务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输入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输出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</a:rPr>
                        <a:t>📧 邮件回复模板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</a:rPr>
                        <a:t>客户问题+回复要点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</a:rPr>
                        <a:t>完整的邮件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</a:rPr>
                        <a:t>📊 周报/数据汇总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</a:rPr>
                        <a:t>原始数据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</a:rPr>
                        <a:t>整理好的周报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</a:rPr>
                        <a:t>📝 会议纪要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</a:rPr>
                        <a:t>会议记录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</a:rPr>
                        <a:t>结构化纪要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</a:rPr>
                        <a:t>🔍 竞品资料搜集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</a:rPr>
                        <a:t>竞品名称+关注点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</a:rPr>
                        <a:t>资料汇总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</a:rPr>
                        <a:t>📝 社媒内容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</a:rPr>
                        <a:t>产品信息+风格要求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</a:rPr>
                        <a:t>完成的文案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4.6 成果验收与反馈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</a:rPr>
              <a:t>验收标准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128016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检查项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合格标准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</a:rPr>
                        <a:t>输入清晰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</a:rPr>
                        <a:t>知道需要给AI什么材料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</a:rPr>
                        <a:t>输出明确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</a:rPr>
                        <a:t>知道期望产出什么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</a:rPr>
                        <a:t>测试可用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</a:rPr>
                        <a:t>实际跑通，有可用输出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</a:rPr>
              <a:t>每日复盘问题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32461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</a:rPr>
              <a:t>1. 今天交给AI做的任务，成功率是多少？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</a:rPr>
              <a:t>2. 哪些任务AI做得很好？哪些不行？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</a:rPr>
              <a:t>3. 输入+输出约定清楚了，AI表现是否稳定？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FF6B35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1828800"/>
            <a:ext cx="3657600" cy="3657600"/>
          </a:xfrm>
          <a:prstGeom prst="ellipse">
            <a:avLst/>
          </a:prstGeom>
          <a:solidFill>
            <a:srgbClr val="3D7EAA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7315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🦞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行动营正在招生中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21天养成你的AI数字员工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B35"/>
                </a:solidFill>
              </a:rPr>
              <a:t>加微信：aoxueluoluo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备注：行动营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OpenClaw 行动营 - 第四章：AI员工模式</dc:title>
  <dc:subject>PptxGenJS Presentation</dc:subject>
  <dc:creator>罗傲雪</dc:creator>
  <cp:lastModifiedBy>罗傲雪</cp:lastModifiedBy>
  <cp:revision>1</cp:revision>
  <dcterms:created xsi:type="dcterms:W3CDTF">2026-03-08T11:48:11Z</dcterms:created>
  <dcterms:modified xsi:type="dcterms:W3CDTF">2026-03-08T11:48:11Z</dcterms:modified>
</cp:coreProperties>
</file>