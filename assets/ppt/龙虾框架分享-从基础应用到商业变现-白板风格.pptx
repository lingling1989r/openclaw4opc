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548640"/>
            <a:ext cx="11094415" cy="109728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713232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龙虾框架分享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22960" y="14173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从基础应用到商业变现（课程版）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21945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一句话：用 OpenClaw 把“能做”变成“能交付、能复用、能变现”。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5760720" cy="32918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154680"/>
            <a:ext cx="411480" cy="4114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315468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课程你会拿走什么（可验收）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8680" y="374904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会写“任务卡”：输入/输出/约束/验收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会定位 Skill + 串 SOP 跑通交付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会设置安全边界（账号/权限/发布）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会把案例变成可复制的交付物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675120" y="3017520"/>
            <a:ext cx="4967935" cy="32918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2280" y="3154680"/>
            <a:ext cx="411480" cy="41148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3154680"/>
            <a:ext cx="4190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适合谁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95160" y="3749040"/>
            <a:ext cx="432785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ToC：省时间、稳定产出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自媒体：内容流水线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ToB：接入飞书/文档/表格工作流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OpenClaw / 龙虾框架分享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548640"/>
            <a:ext cx="11094415" cy="109728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713232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01-03｜基础：龙虾框架四件套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22960" y="14173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把 AI 从“聊天”升级成“可执行系统”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103120"/>
            <a:ext cx="5669280" cy="19202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73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240280"/>
            <a:ext cx="411480" cy="411480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24028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Channel（入口）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8680" y="283464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用户在哪发消息，助手就在哪可用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解决“最后一公里”：随时随地触发任务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83680" y="2103120"/>
            <a:ext cx="5669280" cy="19202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0840" y="2240280"/>
            <a:ext cx="411480" cy="4114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224028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Gateway（中枢）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03720" y="283464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会话/路由/权限/工具调度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always-on 控制平面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4297680"/>
            <a:ext cx="5669280" cy="19202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4434840"/>
            <a:ext cx="411480" cy="41148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443484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Skills/Tools（能力）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68680" y="50292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把“怎么做”固化为技能包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可组合、可复用、可迭代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83680" y="4297680"/>
            <a:ext cx="5669280" cy="19202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6A3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20840" y="4434840"/>
            <a:ext cx="411480" cy="41148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443484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Workspace/Memory（沉淀）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903720" y="50292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写进文件才算复利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SOP、模板、验收标准持续迭代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关键词：入口 / 中枢 / 能力 / 沉淀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548640"/>
            <a:ext cx="11094415" cy="109728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713232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核心交付：Skill + SOP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22960" y="14173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学会找 Skill；没有就开发 Skill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011680"/>
            <a:ext cx="5852160" cy="44805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148840"/>
            <a:ext cx="411480" cy="4114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14884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SOP 负责流程（怎么跑）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8680" y="274320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第1步：输入要什么（任务卡）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第2步：调用哪些 Skill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第3步：中间产物校验点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第4步：交付物长什么样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第5步：验收指标怎么量化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0" y="2011680"/>
            <a:ext cx="4785055" cy="44805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95160" y="2148840"/>
            <a:ext cx="411480" cy="41148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0" y="2148840"/>
            <a:ext cx="40078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负责能力（怎么做）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178040" y="2743200"/>
            <a:ext cx="4144975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触发条件 &amp; 输入要求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输出格式（模板/结构）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工具调用方式（browser/doc/表格…）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异常处理（失败重试/人工确认）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26480" y="4206240"/>
            <a:ext cx="274320" cy="0"/>
          </a:xfrm>
          <a:prstGeom prst="line">
            <a:avLst/>
          </a:prstGeom>
          <a:noFill/>
          <a:ln w="50800">
            <a:solidFill>
              <a:srgbClr val="EF4444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一句话：SOP 负责流程，Skill 负责能力。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548640"/>
            <a:ext cx="11094415" cy="109728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713232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06-13｜从基础应用到商业变现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22960" y="14173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把“会用”变成“可卖的交付”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194560"/>
            <a:ext cx="11094415" cy="4206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2697480"/>
            <a:ext cx="2384984" cy="27432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880360"/>
            <a:ext cx="2110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基础应用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0120" y="3474720"/>
            <a:ext cx="211066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跑通 1 个端到端工作流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162224" y="4069080"/>
            <a:ext cx="182880" cy="0"/>
          </a:xfrm>
          <a:prstGeom prst="line">
            <a:avLst/>
          </a:prstGeom>
          <a:noFill/>
          <a:ln w="50800">
            <a:solidFill>
              <a:srgbClr val="111827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390824" y="2697480"/>
            <a:ext cx="2384984" cy="27432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7984" y="2880360"/>
            <a:ext cx="2110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标准化交付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527984" y="3474720"/>
            <a:ext cx="211066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固定输入模板+输出格式+验收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30088" y="4069080"/>
            <a:ext cx="182880" cy="0"/>
          </a:xfrm>
          <a:prstGeom prst="line">
            <a:avLst/>
          </a:prstGeom>
          <a:noFill/>
          <a:ln w="50800">
            <a:solidFill>
              <a:srgbClr val="111827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958688" y="2697480"/>
            <a:ext cx="2384984" cy="27432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95848" y="2880360"/>
            <a:ext cx="2110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场景化产品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095848" y="3474720"/>
            <a:ext cx="211066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按行业/岗位沉淀 SOP 包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97951" y="4069080"/>
            <a:ext cx="182880" cy="0"/>
          </a:xfrm>
          <a:prstGeom prst="line">
            <a:avLst/>
          </a:prstGeom>
          <a:noFill/>
          <a:ln w="50800">
            <a:solidFill>
              <a:srgbClr val="111827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526551" y="2697480"/>
            <a:ext cx="2384984" cy="27432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63711" y="2880360"/>
            <a:ext cx="2110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服务化变现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663711" y="3474720"/>
            <a:ext cx="211066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部署/改造/陪跑/订阅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" y="5486400"/>
            <a:ext cx="11094415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" y="5623560"/>
            <a:ext cx="411480" cy="41148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88720" y="5623560"/>
            <a:ext cx="103171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课程提醒（不重营销的正确打开方式）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68680" y="6217920"/>
            <a:ext cx="10454335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先利他：给模板/步骤/踩坑；最后顺带一句“想省时间可定制/陪跑”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548640"/>
            <a:ext cx="11094415" cy="109728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713232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附录｜国内检索案例库（百度检索 + 打开核验）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22960" y="14173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课堂引用：保留“信源链接 + 检索关键词”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103120"/>
            <a:ext cx="5760720" cy="4297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240280"/>
            <a:ext cx="411480" cy="4114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24028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ToC（个人）案例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8680" y="2834640"/>
            <a:ext cx="51206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麦当劳营养师 + 领券（mcd Skill）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10分钟 AI 选股（行情 API + 调度）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云端部署 Skill + 飞书直连 iPhone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675120" y="2103120"/>
            <a:ext cx="548640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731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12280" y="2240280"/>
            <a:ext cx="411480" cy="411480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22402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自媒体案例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95160" y="28346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小红书全自动：热点→文案→封面→发布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注意平台治理风险：限流/警告/封禁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675120" y="4434840"/>
            <a:ext cx="5486400" cy="19659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12280" y="4572000"/>
            <a:ext cx="411480" cy="41148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457200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ToB（企业）案例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95160" y="516636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飞书云文档：授权→创建→编辑→导出 PDF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强调最小权限 + 重要动作人工确认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信源（示例）：cloud.tencent.com/developer/article/2628308 等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龙虾框架分享：从基础应用到商业变现</dc:title>
  <dc:subject>PptxGenJS Presentation</dc:subject>
  <dc:creator>OpenClaw</dc:creator>
  <cp:lastModifiedBy>OpenClaw</cp:lastModifiedBy>
  <cp:revision>1</cp:revision>
  <dcterms:created xsi:type="dcterms:W3CDTF">2026-03-11T02:31:34Z</dcterms:created>
  <dcterms:modified xsi:type="dcterms:W3CDTF">2026-03-11T02:31:34Z</dcterms:modified>
</cp:coreProperties>
</file>