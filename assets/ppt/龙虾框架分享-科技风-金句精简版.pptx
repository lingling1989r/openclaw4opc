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09728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龙虾框架分享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566928" y="201168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从基础应用到商业变现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292608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more, consume less."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/ 龙虾框架大课  ·  +V: aoxueluoluo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课程架构：七大部分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66928" y="1097280"/>
            <a:ext cx="3822192" cy="475488"/>
          </a:xfrm>
          <a:prstGeom prst="rect">
            <a:avLst/>
          </a:prstGeom>
          <a:solidFill>
            <a:srgbClr val="0F172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1097280"/>
            <a:ext cx="3456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第一部分：学前须知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3822192" cy="475488"/>
          </a:xfrm>
          <a:prstGeom prst="rect">
            <a:avLst/>
          </a:prstGeom>
          <a:solidFill>
            <a:srgbClr val="0F172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097280"/>
            <a:ext cx="3456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第二部分：认知铺垫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1664208"/>
            <a:ext cx="3822192" cy="475488"/>
          </a:xfrm>
          <a:prstGeom prst="rect">
            <a:avLst/>
          </a:prstGeom>
          <a:solidFill>
            <a:srgbClr val="0F172A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1664208"/>
            <a:ext cx="3456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第三部分：学习准备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1664208"/>
            <a:ext cx="3822192" cy="475488"/>
          </a:xfrm>
          <a:prstGeom prst="rect">
            <a:avLst/>
          </a:prstGeom>
          <a:solidFill>
            <a:srgbClr val="0F172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664208"/>
            <a:ext cx="3456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第四部分：核心能力养成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66928" y="2231136"/>
            <a:ext cx="3822192" cy="475488"/>
          </a:xfrm>
          <a:prstGeom prst="rect">
            <a:avLst/>
          </a:prstGeom>
          <a:solidFill>
            <a:srgbClr val="0F172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2231136"/>
            <a:ext cx="3456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第五部分：商业变现路径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2231136"/>
            <a:ext cx="3822192" cy="475488"/>
          </a:xfrm>
          <a:prstGeom prst="rect">
            <a:avLst/>
          </a:prstGeom>
          <a:solidFill>
            <a:srgbClr val="0F172A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231136"/>
            <a:ext cx="3456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第六部分：行业实战剧本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2798064"/>
            <a:ext cx="3822192" cy="475488"/>
          </a:xfrm>
          <a:prstGeom prst="rect">
            <a:avLst/>
          </a:prstGeom>
          <a:solidFill>
            <a:srgbClr val="0F172A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98064"/>
            <a:ext cx="3456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第七部分：收尾与转化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每个部分 = 一个阶段目标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学前须知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"先把输入模板写死，再谈自动化。"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2194560"/>
            <a:ext cx="746150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ToC：用自动化省时间、稳定产出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自媒体：选题→创作→配图→发布 做成流水线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ToB：把AI接进飞书/文档/表格，可控效率系统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每章 1个演示任务 + 1个学员作业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学前须知 · 课程定位与适合人群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Ch.01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龙虾是什么？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"工具适应你，而不是你适应工具。"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2194560"/>
            <a:ext cx="746150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框架四件套：Channel → Gateway → Skills → Workspace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= 最后一公里，让你"用嘴巴干活"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豆包是咨询台，Claude Code是保姆，OpenClaw是管家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24.8万 Stars，3个月全球前20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第一章 · 认知跃迁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Ch.01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傅盛案例：明线与暗线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"每一个大佬都会给自己的产品夹带私货。"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2194560"/>
            <a:ext cx="746150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明线：8个AI员工 · 48小时139技能 · 50块成本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暗线：讲故事 &gt; 讲功能 · 现场演示 &gt; 列参数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初中生都能用 → 降低心理障碍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引导加群 → 私域沉淀 → 续费率才是关键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第一章 · 案例拆解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Ch.01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认知框架与边界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"不做什么，比做什么更重要。"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2194560"/>
            <a:ext cx="746150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别人没跑过的领域，先让子弹飞一会儿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理论可行 ≠ 实际能做；有人做过 ≠ 你能做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盘需求，赢了一大半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你吃不了前面的苦，就得吃后面的苦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第一章 · 认知与边界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Ch.01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四步走计划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"工具怎么用，比工具本身更重要。"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66928" y="2286000"/>
            <a:ext cx="1865376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39572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6928" y="27432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看案例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310896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AI理论边界 vs 实际边界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15184" y="2286000"/>
            <a:ext cx="1865376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15184" y="239572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615184" y="27432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盘需求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688336" y="310896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填需求表，明确要什么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286000"/>
            <a:ext cx="1865376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39572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663440" y="27432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跑通案例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36592" y="310896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每天一个Skill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11696" y="2286000"/>
            <a:ext cx="1865376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11696" y="239572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711696" y="27432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一人公司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84848" y="310896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多Agent规模化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第一章 · 行动指引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龙虾能干什么？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"不要演示功能，要演示交付结果。"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8368" y="2194560"/>
            <a:ext cx="54864" cy="5943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单点技能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8408" y="2487168"/>
            <a:ext cx="7095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1分钟：搜索 / 转写 / 生成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3017520"/>
            <a:ext cx="54864" cy="5943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978408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小工作流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8408" y="3310128"/>
            <a:ext cx="7095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3分钟：输入→处理→输出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8368" y="3840480"/>
            <a:ext cx="54864" cy="5943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0" name="Text 28"/>
          <p:cNvSpPr/>
          <p:nvPr/>
        </p:nvSpPr>
        <p:spPr>
          <a:xfrm>
            <a:off x="978408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端到端交付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8408" y="4133088"/>
            <a:ext cx="7095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5分钟：真实任务从需求到交付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第二章 · 三层展示结构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= AI的岗前培训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"没有培训的新员工 = 没有Skill的AI。"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2194560"/>
            <a:ext cx="746150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= 可版本化、可安装、可分发的标准件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ClawHub = AI时代的App Store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省钱：培训一次，终身可用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标准：像SOP一样稳定输出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第二章 · Skill系统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需求梳理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"梳理完需求后去找团队，报价都能砍半价。"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2194560"/>
            <a:ext cx="746150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先盘宏观（行业需求），再盘微观（个人工作流）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不变的是行业需求，变的是产品形态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你的岗位价值 vs 你的差异化价值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more, consume less" — 人人都是creator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第三章 · 从需求出发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AI是员工，不是外包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"AI是长期协作的数字员工，不是一次性外包。"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2194560"/>
            <a:ext cx="746150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大SOP（人机协作）：什么时候人做？什么时候机器做？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小SOP（机器内部）：只约定输入+输出，中间AI自己处理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适合：重复性工作 · 信息整理 · 内容生成 · 数据分析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不适合：核心决策 · 情感沟通 · 需要信任关系的合作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第四章 · 员工模式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双S SOP理论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"中间流程哪怕给不到都没关系，AI会自己处理。"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66928" y="2286000"/>
            <a:ext cx="3776472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37744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大SOP · 人机协作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9808" y="2834640"/>
            <a:ext cx="3410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机器抓取→人审核→机器分发→人处理反馈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2286000"/>
            <a:ext cx="3776472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37744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小SOP · 机器内部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83480" y="2834640"/>
            <a:ext cx="3410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输入：需要什么材料？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输出：期望产出什么？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验证：跑通+可用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第四章 · SOP设计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从超级个体到一人公司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"多Agent的隔离，是组织成立的前提。"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2194560"/>
            <a:ext cx="746150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一个Agent = 独立workspace + 独立state + 独立sessions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三套组织模板：按业务线 / 按能力栈 / 混合型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外包→员工→组织，从临时需求到长期可管理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养龙虾路线图：稳定复现→组合技能→交付结果→规模化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第五章 · 组织变革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怎么挣钱？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"Skill天然可版本化/分发/复用 — 标准件就具备商品化基础。"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2194560"/>
            <a:ext cx="746150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6种变现：代练 / 技能包 / 订阅 / 交付外包 / 训练营 / SaaS化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先赚时间窗口的钱，再赚长期的钱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从"代练"到"产品化"：手动→标准化→可复制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用户愿意为"节省的时间"买单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第六章 · 商业变现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Ch.07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如何与龙虾结合？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"Channel是破局点 — 先借势已有渠道，再做自己的入口。"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2194560"/>
            <a:ext cx="746150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5种结合（从轻到重）：Skill接入→工作流中间站→多渠道前台→自动化执行器→一体化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= 可编排的控制平面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用户在聊天里更高频触达 = 留存放大器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第七章 · SaaS突围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Ch.08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企业为什么要更早抓紧龙虾？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"一个入口+一个场景+一个指标 = 企业第一波AI胜利。"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2194560"/>
            <a:ext cx="746150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本质：先抢"入口"和"流程主导权"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最小闭环2周做出来：选入口→选场景→看指标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安全边界：默认安全 + security audit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多Agent = 多岗位：SalesOps / SupportOps / GrowthOps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第八章 · 企业落地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Ch.09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企业实战剧本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"别用空话，用指标。"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2194560"/>
            <a:ext cx="746150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剧本A：线索分拣+跟进提醒（SalesOps）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剧本B：客服工单分流-草拟-总结（SupportOps）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剧本C：运营日报/周报自动化（GrowthOps）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指标：首响时间 · 线索分拣耗时 · 工单总结覆盖率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第九章 · SaaS实战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外贸电商：询盘到订单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"晚2小时可能就丢单。"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2194560"/>
            <a:ext cx="746150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高价值环节：询盘响应速度 · 多语言沟通 · 报价跟进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工作流：询盘结构化→报价草拟→跟进节奏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关键指标：首响时间 · Quote TAT · Follow-up完成率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job设置24h/72h自动follow-up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第十章 · 外贸电商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独立站品牌：一体化运营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"独立站最适合用多Agent分工跑流水线。"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2194560"/>
            <a:ext cx="746150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三大烧钱点：广告素材迭代 · 内容与SEO · 客服人力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剧本A：广告素材与文案工厂（GrowthOps+CreativeOps）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剧本B：客服知识库+回复宏（SupportOps）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剧本C：周度复盘自动化（cron job固定生成）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第十一章 · 独立站品牌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MCN机构：龙虾流水线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"MCN的瓶颈不是创意，是周转率。"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2194560"/>
            <a:ext cx="746150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一个MCN = 一个多Agent小团队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Agent → Script Agent → Editing Agent → Ops Agent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选题→脚本→制作→分发，全链路自动化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关键指标：内容周转率 · 爆款命中率 · 多平台覆盖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第十二章 · MCN实战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如何变现？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"变现从标准化开始：模板 / 陪跑 / 定制实施。"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2194560"/>
            <a:ext cx="746150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三类用户画像：ToC个人 · 自媒体/自由职业 · ToB企业/SaaS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定价锚点：省时间 / 提升质量 / 节省工程时间 / 新增入口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Skill包售卖 → 订阅更新 → 陪跑服务 → 企业定制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第十三章 · 变现路径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0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27432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国内案例精选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97280"/>
            <a:ext cx="64008" cy="777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1097280"/>
            <a:ext cx="7370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"案例才是核心竞争力。"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2194560"/>
            <a:ext cx="746150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ToC：麦当劳营养师+自动领券 · AI选股系统 · 云服务器+飞书直连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自媒体：小红书全自动 — 热点→文案→封面→发布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ToB：飞书云文档/权限/导出 — 把机器人变成文档操作员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平台治理AI托管类账号，仅作技术分享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附录A · 国内检索案例库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34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914400"/>
            <a:ext cx="8010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先完成，再完美。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566928" y="228600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看案例 → 盘需求 → 找方向 → 建方案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301752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加入我们，一起探索AI商业化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928" y="365760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+V: aoxueluoluo（备注：大龙虾）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6928" y="482346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/ 龙虾框架大课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龙虾框架分享（金句精简版）</dc:title>
  <dc:subject>PptxGenJS Presentation</dc:subject>
  <dc:creator>OpenClaw</dc:creator>
  <cp:lastModifiedBy>OpenClaw</cp:lastModifiedBy>
  <cp:revision>1</cp:revision>
  <dcterms:created xsi:type="dcterms:W3CDTF">2026-03-11T23:43:08Z</dcterms:created>
  <dcterms:modified xsi:type="dcterms:W3CDTF">2026-03-11T23:43:08Z</dcterms:modified>
</cp:coreProperties>
</file>