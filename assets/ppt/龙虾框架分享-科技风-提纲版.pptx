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1280160"/>
            <a:ext cx="8046720" cy="237744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1508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龙虾框架分享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从基础应用到商业变现（科技风·提纲版）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目标：让听众“懂框架、会展示、能落地、能变现”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/ 龙虾框架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关键结论（讲这一页就够）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只讲可复用的关键点，不铺细节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1691640"/>
            <a:ext cx="7132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不要“演示功能”：要演示“交付结果”（输入/输出/验收）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展示要用“三层结构”：单点 → 小工作流 → 端到端交付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落地的最小闭环：Skill + SOP + 失败处理 + 安全边界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变现从标准化开始：模板/陪跑/定制实施（逐级升级）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讲完这一页，再按章节展开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三层展示结构（强烈建议照这个讲）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把“酷炫”变成“可迁移到自己的工作流”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960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54480" y="1618488"/>
            <a:ext cx="681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单点技能（1分钟）：搜索/转写/生成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2560320"/>
            <a:ext cx="8046720" cy="960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2743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54480" y="2761488"/>
            <a:ext cx="681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小工作流（3分钟）：输入→处理→输出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48640" y="3703320"/>
            <a:ext cx="8046720" cy="960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886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554480" y="3904488"/>
            <a:ext cx="681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端到端交付（5分钟）：真实任务从需求到交付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提示：现场演示只跑到“端到端交付”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章节结构（Level 1-4）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只展示目录层级，避免把细节塞进 PPT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664208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00｜课程导读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课程定位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适合人群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学完你能得到什么（可验收）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课程结构（目录）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章节目标一览（课件版）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使用建议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01｜第一章节：龙虾是什么？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你要讲的“真实起因”（可直接当演讲素材）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互联网补充：你说的“后面那几个”也补进来（出圈事件 + 大迁移）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互联网补充：OpenClaw 的“框架”（你第一章要讲的系统结构）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原始要点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互联网补充：什么叫“channel / 最后一公里”？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可直接复用的“龙虾框架（定义版）”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02｜第二章节：龙虾能干什么？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原始要点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互联网补充：Skill 的“产品化定义”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建议展示方式：从“点技能”升级到“端到端结果”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目录页 1/5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章节结构（续1）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只展示目录层级，避免把细节塞进 PPT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664208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03｜第三章节：如何养成这样的龙虾？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原始要点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互联网补充：为什么“写进文件”才算养成？（Memory / Workspace）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一套更可操作的“养龙虾路线图”（从新手到可商用）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04｜组织变革：从超级个体到一人公司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原始要点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互联网补充：Multi-Agent 的“隔离”是组织成立的前提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可直接拿来讲的“组织架构 3 套模板”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05｜第四章：Agent 与人机结合（先别急着做）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原始要点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 1：Agent Loop 视角——“人机结合”其实是流水线设计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 2：什么时候该“委派给 AI”？（管理学视角）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“双 S SOP”建议写法（更落地）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06｜第五章节：第一波龙虾如何挣钱？（Skill 如何挣钱？）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原始要点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 1：为什么“Skill 能挣钱”（因为它天然可被版本化/分发/复用）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 2：Skill 变现的 6 种更具体路径（可直接做一页）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 3：从“代练”到“产品化”的常见路径（你原来的逻辑保留）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目录页 2/5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章节结构（续2）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只展示目录层级，避免把细节塞进 PPT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664208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07｜第六个话题：SaaS 产品如何突围？（SaaS 如何和龙虾/OpenClaw 结合？）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原始要点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 1：OpenClaw 的定位决定了“怎么结合”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 2：SaaS × OpenClaw 的 5 种具体结合方式（从轻到重）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 3：为什么“channel 是破局点”（更贴近 OpenClaw 特色）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08｜企业为什么要更早抓紧龙虾？（2B 总论）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08.1 企业早抓的本质：先抢“入口”和“流程主导权”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08.2 企业落地最小闭环（推荐 2 周内做出来）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08.3 风险与治理：企业敢用的关键，是“默认安全”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08.4 企业“可复制”的组织打法：多 Agent = 多岗位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09｜SaaS 企业：怎么和龙虾/OpenClaw 结合（实战 + 效果）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09.1 典型 SaaS 痛点（高频且可量化）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09.2 结合方式（按落地难度从轻到重）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09.3 3 个 SaaS 实战剧本（可直接照做）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09.4 SaaS 预期效果怎么讲（别用空话，用指标）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10｜外贸电商：询盘到订单的龙虾打法（实战 + 效果）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10.1 外贸电商的“高价值环节”在哪里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10.2 实战工作流（建议先从 WhatsApp/邮件线索开始）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目录页 3/5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章节结构（续3）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只展示目录层级，避免把细节塞进 PPT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664208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10.3 预期效果（建议你现场用这 4 个指标讲）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11｜独立站品牌：内容-投放-客服-复盘一体化（实战 + 效果）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11.1 独立站品牌最“烧钱”的 3 件事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11.2 实战剧本（独立站最适合用“多 Agent 分工”跑流水线）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12｜MCN 机构：选题-脚本-制作-分发的龙虾流水线（实战 + 效果）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12.1 MCN 的瓶颈不是创意，是“周转率”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12.2 实战组织结构（一个 MCN = 一个多 Agent 小团队）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12.3 实战工作流（你可以把它讲成 SOP）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12.4 预期效果（MCN 讲这 3 个就够）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13｜最后：如何变现？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原始要点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用户画像（3 类）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互联网补充：按画像设计“价格锚点”（更易成交）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参考资料（互联网来源）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附录A｜国内检索案例库（百度检索 + 打开核验）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A.1 ToC（个人/副业/在岗）</a:t>
            </a:r>
            <a:endParaRPr lang="en-US" sz="1400" dirty="0"/>
          </a:p>
          <a:p>
            <a:pPr lvl="2" marL="10287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A.1.1 麦当劳专属“营养师”+ 自动领券（mcd Skill）</a:t>
            </a:r>
            <a:endParaRPr lang="en-US" sz="1400" dirty="0"/>
          </a:p>
          <a:p>
            <a:pPr lvl="2" marL="10287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A.1.2 10 分钟打造 AI 选股系统（实时行情 API + 调度）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目录页 4/5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章节结构（续4）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只展示目录层级，避免把细节塞进 PPT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664208"/>
            <a:ext cx="7315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2" marL="10287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A.1.3 云服务器部署 Skill，飞书直连 iPhone（苹果生态）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A.2 自媒体（内容生产/发布自动化）</a:t>
            </a:r>
            <a:endParaRPr lang="en-US" sz="1400" dirty="0"/>
          </a:p>
          <a:p>
            <a:pPr lvl="2" marL="10287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A.2.1 小红书全自动：热点→文案→封面→自动发布（xhs Skill）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A.3 ToB（企业/团队）</a:t>
            </a:r>
            <a:endParaRPr lang="en-US" sz="1400" dirty="0"/>
          </a:p>
          <a:p>
            <a:pPr lvl="2" marL="10287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A.3.1 OpenClaw 接入飞书云文档/权限/导出：把机器人变成“文档操作员”</a:t>
            </a:r>
            <a:endParaRPr lang="en-US" sz="1400" dirty="0"/>
          </a:p>
          <a:p>
            <a:pPr lvl="2" marL="10287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A.3.2（待补齐正文）睡个午觉，OpenClaw 已经帮我把网站写好部署上线了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A.4 百度检索关键词（可复用）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A.5 国内案例信源（引用清单）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目录页 5/5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00｜课程导读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课程定位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适合人群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学完你能得到什么（可验收）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课程结构（目录）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章节目标一览（课件版）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01｜第一章节：龙虾是什么？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你要讲的“真实起因”（可直接当演讲素材）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互联网补充：你说的“后面那几个”也补进来（出圈事件 + 大迁移）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互联网补充：OpenClaw 的“框架”（你第一章要讲的系统结构）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原始要点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互联网补充：什么叫“channel / 最后一公里”？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可直接复用的“龙虾框架（定义版）”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02｜第二章节：龙虾能干什么？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原始要点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互联网补充：Skill 的“产品化定义”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建议展示方式：从“点技能”升级到“端到端结果”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03｜第三章节：如何养成这样的龙虾？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原始要点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互联网补充：为什么“写进文件”才算养成？（Memory / Workspace）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一套更可操作的“养龙虾路线图”（从新手到可商用）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04｜组织变革：从超级个体到一人公司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87171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原始要点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互联网补充：Multi-Agent 的“隔离”是组织成立的前提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可直接拿来讲的“组织架构 3 套模板”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05｜第四章：Agent 与人机结合（先别急着做）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原始要点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 1：Agent Loop 视角——“人机结合”其实是流水线设计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 2：什么时候该“委派给 AI”？（管理学视角）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“双 S SOP”建议写法（更落地）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06｜第五章节：第一波龙虾如何挣钱？（Skill 如何挣钱？）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原始要点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 1：为什么“Skill 能挣钱”（因为它天然可被版本化/分发/复用）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 2：Skill 变现的 6 种更具体路径（可直接做一页）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 3：从“代练”到“产品化”的常见路径（你原来的逻辑保留）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07｜第六个话题：SaaS 产品如何突围？（SaaS 如何和龙虾/OpenClaw 结合？）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原始要点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 1：OpenClaw 的定位决定了“怎么结合”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 2：SaaS × OpenClaw 的 5 种具体结合方式（从轻到重）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 3：为什么“channel 是破局点”（更贴近 OpenClaw 特色）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08｜企业为什么要更早抓紧龙虾？（2B 总论）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08.1 企业早抓的本质：先抢“入口”和“流程主导权”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08.2 企业落地最小闭环（推荐 2 周内做出来）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08.3 风险与治理：企业敢用的关键，是“默认安全”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08.4 企业“可复制”的组织打法：多 Agent = 多岗位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09｜SaaS 企业：怎么和龙虾/OpenClaw 结合（实战 + 效果）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87171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09.1 典型 SaaS 痛点（高频且可量化）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09.2 结合方式（按落地难度从轻到重）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09.3 3 个 SaaS 实战剧本（可直接照做）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09.4 SaaS 预期效果怎么讲（别用空话，用指标）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10｜外贸电商：询盘到订单的龙虾打法（实战 + 效果）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 外贸电商的“高价值环节”在哪里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 实战工作流（建议先从 WhatsApp/邮件线索开始）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预期效果（建议你现场用这 4 个指标讲）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11｜独立站品牌：内容-投放-客服-复盘一体化（实战 + 效果）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 独立站品牌最“烧钱”的 3 件事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 实战剧本（独立站最适合用“多 Agent 分工”跑流水线）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12｜MCN 机构：选题-脚本-制作-分发的龙虾流水线（实战 + 效果）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B923C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MCN 的瓶颈不是创意，是“周转率”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12.2 实战组织结构（一个 MCN = 一个多 Agent 小团队）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 实战工作流（你可以把它讲成 SOP）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预期效果（MCN 讲这 3 个就够）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13｜最后：如何变现？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原始要点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用户画像（3 类）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互联网补充：按画像设计“价格锚点”（更易成交）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参考资料（互联网来源）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F87171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（本章无小标题，直接讲关键结论/案例）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附录A｜国内检索案例库（百度检索 + 打开核验）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本章只给“你要讲哪些小标题”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A.1 ToC（个人/副业/在岗）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A.2 自媒体（内容生产/发布自动化）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A.3 ToB（企业/团队）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63440" y="169164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A.4 百度检索关键词（可复用）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 国内案例信源（引用清单）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建议：口播补充细节，PPT只做结构与关键抓手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0"/>
            <a:ext cx="0" cy="514350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38328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3175">
            <a:solidFill>
              <a:srgbClr val="1F2A44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收尾（给行动与转化）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让听众立刻知道下一步怎么做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1417320"/>
            <a:ext cx="8046720" cy="3246120"/>
          </a:xfrm>
          <a:prstGeom prst="roundRect">
            <a:avLst/>
          </a:prstGeom>
          <a:solidFill>
            <a:srgbClr val="111B2E">
              <a:alpha val="94000"/>
            </a:srgbClr>
          </a:solidFill>
          <a:ln w="1905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1691640"/>
            <a:ext cx="7132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 1 个场景：把输入/输出/验收写清楚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按“三层展示结构”做 1 次演示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沉淀成 SOP + Skill 说明（可复制）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需要团队/企业落地：按岗位拆 Multi-Agent，做 2 周最小闭环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" y="48234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龙虾框架分享（科技风提纲版）</dc:title>
  <dc:subject>PptxGenJS Presentation</dc:subject>
  <dc:creator>OpenClaw</dc:creator>
  <cp:lastModifiedBy>OpenClaw</cp:lastModifiedBy>
  <cp:revision>1</cp:revision>
  <dcterms:created xsi:type="dcterms:W3CDTF">2026-03-11T05:07:24Z</dcterms:created>
  <dcterms:modified xsi:type="dcterms:W3CDTF">2026-03-11T05:07:24Z</dcterms:modified>
</cp:coreProperties>
</file>