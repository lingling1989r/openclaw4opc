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43000"/>
            <a:ext cx="786384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32588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傅盛龙虾 3W，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我用龙虾赚 3W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51560" y="26974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宝妈利用龙虾实现移动办公及赚钱思路分享（提纲版）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95020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主讲：傲雪｜关键词：移动办公 · 交付 · 变现路径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7320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OpenClaw / 龙虾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01｜我是谁 &amp; 我当时的处境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从“失业宝妈”到“可移动办公的交付者”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45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一句话：我失业在家，想缓解家庭经济压力。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2194560"/>
            <a:ext cx="33832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23591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50+ 万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23444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外债讨不回来（烂账）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33832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23591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三连击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8348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离职 / 被骗 / 低现金流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但结论很简单：伤心不解决问题，要找事做。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7320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目标：找到能“移动办公 + 可交付 + 可变现”的路径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02｜我为什么需要“移动办公”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核心是安全感：带娃也能持续产出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69164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我喜欢当“数字游民”：常在外溜达，也带娃溜达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我希望工作不绑定固定地点/固定电脑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之前也想拉伙伴一起做，但大家都有自己的事，一直没成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64515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一句话需求：随时随地把“需求 → 交付物”跑出来。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03｜龙虾解决了什么关键问题？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Channel = 最后一公里：把“人”接到“执行”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6459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关键感受：Channel 解决了“最后一公里”的路线问题。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2438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441448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手机/IM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（随时发需求）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32760" y="2532888"/>
            <a:ext cx="365760" cy="237744"/>
          </a:xfrm>
          <a:prstGeom prst="rightArrow">
            <a:avLst/>
          </a:prstGeom>
          <a:solidFill>
            <a:srgbClr val="6B7280">
              <a:alpha val="65000"/>
            </a:srgbClr>
          </a:solidFill>
          <a:ln w="12700">
            <a:solidFill>
              <a:srgbClr val="6B7280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2800" y="2331720"/>
            <a:ext cx="2438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2800" y="2441448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龙虾/Agent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（执行与调度）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45480" y="2532888"/>
            <a:ext cx="365760" cy="237744"/>
          </a:xfrm>
          <a:prstGeom prst="rightArrow">
            <a:avLst/>
          </a:prstGeom>
          <a:solidFill>
            <a:srgbClr val="6B7280">
              <a:alpha val="65000"/>
            </a:srgbClr>
          </a:solidFill>
          <a:ln w="12700">
            <a:solidFill>
              <a:srgbClr val="6B7280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65520" y="2331720"/>
            <a:ext cx="243840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65520" y="2441448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（文章/账号/流程）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2461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我当时的想法：这不是“技术多难”，而是终于有人把路打通了。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7320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关键词：入口（Channel）→ 执行（Agent）→ 结果（交付物）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04｜我怎么“冰龙虾”的（1 周冲刺）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每天干到凌晨两点：但跑出了端到端结果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6459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时间投入：一周（高强度）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这一周跑通的 3 个结果：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自动发布公众号（从写到发）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自动产出小红书内容（从写到配）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开始像“管家”一样处理各种任务（能交付）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64515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关键词：别只玩功能，要跑“端到端交付”。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05｜今天的核心：怎么赚钱？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赚钱也能练：关键是找到“龙虾的那个点”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6916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大家最关心的问题：怎么赚钱？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14884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赚钱不是玄学，是一种“找需求 + 做交付”的技能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先找到龙虾在你业务里的“关键杠杆点”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不讲背 Skill：今天只讲赚钱思路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3840480"/>
            <a:ext cx="7040880" cy="548640"/>
          </a:xfrm>
          <a:prstGeom prst="round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968496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延伸：想学更细的训练方法，可关注 8848 Studio（后续可另开分享）。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7320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本场目标：把变现思路讲清楚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06｜赚钱思路：先借大势，再找需求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每个新事物出现，都会带来新的诉求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691640"/>
            <a:ext cx="333756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1874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借大势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（破除心魔）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别固步自封守旧业务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新趋势 = 新机会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尤其老板最容易卡在“只推自家产品”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33756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874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BEA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找需求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A7BEA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（从诉求出发）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24688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新事物必然带来新诉求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先抓高频痛点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把痛点变成可交付结果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7320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从需求出发，你就不会只“卖功能”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07｜第二步：结合你的过往经验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人人都能赚钱，但赚的不一样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6916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核心结论：决定你赚什么钱的，是你自己。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2331720"/>
            <a:ext cx="7040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2331720"/>
            <a:ext cx="9144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496312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你最擅长交付什么结果？（不是能力，是结果）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3218688"/>
            <a:ext cx="7040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218688"/>
            <a:ext cx="91440" cy="6858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338328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你有什么资源/渠道/圈子？（谁愿意为你买单）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51560" y="4105656"/>
            <a:ext cx="70408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4105656"/>
            <a:ext cx="91440" cy="6858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4270248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你能把什么做成可复制的 SOP/Skill？（可规模化）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7320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把“龙虾能力”挂到你的优势上，才能赚钱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08｜三条变现路线（从第一波钱到可持续）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先赚到第一波钱，再追求持续收益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43840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91640"/>
            <a:ext cx="198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984248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安装部署（量大）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468880"/>
            <a:ext cx="19812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198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大痛点：很多人装不起来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客单不一定高，但需求量大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适合赚第一波钱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52800" y="1508760"/>
            <a:ext cx="243840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81400" y="1691640"/>
            <a:ext cx="198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81400" y="1984248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 变现（小圈子）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81400" y="2468880"/>
            <a:ext cx="1981200" cy="54864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1400" y="2651760"/>
            <a:ext cx="198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 Skill 免费，但业务不愿公开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成熟 Skill 可以直接卖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适合做高价值交付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65520" y="1508760"/>
            <a:ext cx="243840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4120" y="1691640"/>
            <a:ext cx="198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4120" y="1984248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产品化/广场化（持续）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94120" y="2468880"/>
            <a:ext cx="1981200" cy="54864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4120" y="2651760"/>
            <a:ext cx="198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从“手停脚停”到可复用产品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推广 Skill / 上架广场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一套持续产生收益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7320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建议：先从路线 1 跑通交付，再升级到路线 2/3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09｜一句话总结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四句带走：借势、需求、结合自己、走向可持续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178308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借大势：别守着旧业务不肯放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找需求：新事物带来新诉求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结合自己：你决定你赚什么钱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1 到 3：先赚第一波钱，再走向可持续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64515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Q&amp;A｜需要的话我可以补一份“现场口播版”讲稿。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7320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傅盛龙虾3W，我用龙虾赚3W（线下分享提纲）</dc:title>
  <dc:subject>PptxGenJS Presentation</dc:subject>
  <dc:creator>OpenClaw</dc:creator>
  <cp:lastModifiedBy>OpenClaw</cp:lastModifiedBy>
  <cp:revision>1</cp:revision>
  <dcterms:created xsi:type="dcterms:W3CDTF">2026-03-11T10:24:51Z</dcterms:created>
  <dcterms:modified xsi:type="dcterms:W3CDTF">2026-03-11T10:24:51Z</dcterms:modified>
</cp:coreProperties>
</file>