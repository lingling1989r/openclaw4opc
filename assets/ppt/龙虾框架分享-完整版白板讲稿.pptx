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龙虾框架分享：从基础应用到商业变现（扩展版）
说明：下面在原稿基础上，为每章补充了可引用的互联网资料与更落地的框架。
主要引用来源：
- OpenClaw 官方文档（README / VISION / Lore / 架构 / 特性 / Skills / Multi-Agent / Agent Loop / Memory）
- Ethan Mollick（One Useful Thing）关于“把 AI 当作可管理的劳动力/委派对象”的方法论
---
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
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00｜课程导读
课程定位
- 目标：用“龙虾（OpenClaw）”搭出一套从基础应用到商业变现的可复制体系。
- 风格：以交付为中心（SOP、模板、验收标准、踩坑提示），不做硬营销。
适合人群
- ToC（个人/副业/在岗）：希望用自动化省时间、稳定产出。
- 自媒体：希望把“选题→创作→配图→发布”做成流水线。
- ToB（企业/团队）：希望把 AI 接进飞书/文档/表格等工作流，形成可控的效率系统。
学完你能得到什么（可验收）
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
课程结构（目录）
- 01-03：认识 OpenClaw + 能力边界 + 养成方法
- 04-05：从超级个体到组织化（多 Agent、协作）
- 06-13：基础应用→商业变现路径（不同业务场景拆解）
- 附录：国内检索案例库（百度检索 + 打开核验）
章节目标一览（课件版）
| 章节 | 你要讲清楚的点 | 学员交付物（作业） |
|---|---|---|
| 01 龙虾是什么 | 定义/出圈/为什么不是聊天机器人 | 用 3 句话复述 OpenClaw 定义与价值 |
| 02 能干什么 | 展示端到端交付，而非碎片能力 | 用 3 层结构写一段演示脚本（单点→小流→端到端） |
| 03 如何养成 | 养成=把 SOP 写进文件、可复用 | 写 1 份“任务卡模板”+ 验收标准 |
| 04 组织变革 | 多 Agent 的职责边界与路由 | 给自己的“1人公司”画出 3 个 Agent 分工 |
| 05 人机结合 | 什么环节必须人工确认 | 为一个高风险动作写“人工确认点” |
| 06-13 变现路径 | 从可用→可卖（标准化交付） | 选 1 条变现路径写出报价与交付清单 |
| 附录A 国内案例 | 国内中文信源 + 可复制 SOP | 从附录挑 1 个案例复刻 SOP 并截图验收 |
使用建议
- 每章都建议带 1 个“演示任务”+ 1 个“学员作业”。
- 重要原则：先把输入模板写死，再谈自动化；先保安全边界，再追求无人值守。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目标：用“龙虾（OpenClaw）”搭出一套从基础应用到商业变现的可复制体系。
- 风格：以交付为中心（SOP、模板、验收标准、踩坑提示），不做硬营销。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ToC（个人/副业/在岗）：希望用自动化省时间、稳定产出。
- 自媒体：希望把“选题→创作→配图→发布”做成流水线。
- ToB（企业/团队）：希望把 AI 接进飞书/文档/表格等工作流，形成可控的效率系统。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能把需求写成“任务卡”（输入/输出/约束/验收）。
- 能为常见任务定位 Skill + 串 SOP，跑出端到端交付物。
- 能识别高风险动作（账号、权限、自动发布）并设置安全边界。
- 能把案例复用为“课程作业”，按指标验收（节省时间/产出数量/交付质量）。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- 01-03：认识 OpenClaw + 能力边界 + 养成方法
- 04-05：从超级个体到组织化（多 Agent、协作）
- 06-13：基础应用→商业变现路径（不同业务场景拆解）
- 附录：国内检索案例库（百度检索 + 打开核验）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每章都建议带 1 个“演示任务”+ 1 个“学员作业”。
- 重要原则：先把输入模板写死，再谈自动化；先保安全边界，再追求无人值守。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01｜第一章节：龙虾是什么？
你要讲的“真实起因”（可直接当演讲素材）
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
互联网补充：你说的“后面那几个”也补进来（出圈事件 + 大迁移）
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
互联网补充：OpenClaw 的“框架”（你第一章要讲的系统结构）
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
原始要点
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
互联网补充：什么叫“channel / 最后一公里”？
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
可直接复用的“龙虾框架（定义版）”
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在官方的 `VISION.md` 里明确写过：它最开始是作者的**个人 playground**——想学习 AI、同时做一个真正有用的东西：**能在真实电脑上跑真实任务的个人助手**。随后它经历了多次“换壳改名”的演进：
- **Warelay → Clawdbot → Moltbot → OpenClaw**
而这个改名链条背后，有一个非常具体的触发点：官方 lore 里提到 **2026 年 1 月** Anthropic 发了礼貌邮件要求更名（商标原因），于是项目按“龙虾蜕壳（molt）”的隐喻一路更名，最终在 **2026-01-30** 定名为 **OpenClaw**。
你讲第一章时，可以用这 3 句话把“起因 + 出圈感”都交代清楚：
1. **起因**：做一个“能干活”的个人助手，不是聊天机器人。
2. **转折**：品牌/商标触发改名，社区参与投票，龙虾“蜕壳”成梗。
3. **定型**：OpenClaw = open source + claw（龙虾传统）+ “你的助手，你的机器，你的规则”。
引用（原文出处）：
- OpenClaw Vision：`OpenClaw started as a personal playground...` + `Warelay -&gt; Clawdbot -&gt; Moltbot -&gt; OpenClaw`（`VISION.md`）
- OpenClaw Lore：Anthropic 邮件触发更名、2026-01-30 定名（`docs/start/lore.md`）
- OpenClaw README：OpenClaw 是运行在你设备上的 personal AI assistant（`README.md`）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如果你第一章想讲得更“真实”，OpenClaw 官方 lore 里其实给了很完整的“出圈事件时间线”，你可以把它作为「起因之后发生了什么」的段落来讲（既有戏剧性，又能解释为什么会在 Twitter/X 传播）：
- **第一次蜕壳（2026-01-27）**
  - Discord 社区在凌晨聚集，几百个名字被提出，最终 **OpenClaw** 胜出
- **大蜕壳（2026-01-27）**（更像“社媒出圈事件”）
  - Twitter 更名后，自动化机器人秒抢注 `@openclaw`（handle snipers），抢注者发 crypto 钱包地址
  - GitHub 侧也出现了抢注/误操作的混乱（官方称 “GitHub disaster”），需要紧急协调处理
  - 同期出现假开发者、假身份等典型“热点蹭流量”行为
- **最终形态 / 大迁移（2026-01-30）**
  - 3 小时内完成：GitHub 仓库迁移、更名；X 账号处理；npm 包以新名称发布；文档迁移到 `docs.openclaw.ai`
  - 以及官方提到的传播结果：公告在 90 分钟内获得 20 万+ 浏览
你不需要把 lore 的全部梗都讲出来；讲“触发点→抢注→迁移→数据结果”这条链路，就已经足够让听众理解：为什么它会出圈、为什么会在 Twitter/X 传播。
引用：OpenClaw Lore（英文 / 中文）
- https://docs.openclaw.ai/start/lore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如果你第一章要讲“OpenClaw 的框架”，官方有两段内容非常适合做“框架页”：
1. **一句话定义（产品是什么）**
   - README / FAQ 都强调：OpenClaw 是运行在你设备上的 personal AI assistant，**Gateway 是 always-on control plane，assistant 才是产品**。
   - 这句话能帮你把它和“聊天机器人 / 套壳”区分开。
2. **框架结构（怎么运行）**（架构视角）
   - 一个长期运行的 **Gateway（daemon）** 统一管理 messaging surfaces（WhatsApp/Telegram/Discord/iMessage/...）
   - 控制面客户端（CLI / Web UI / macOS app / automations）通过 **WebSocket** 连到 Gateway
   - **Nodes（iOS/Android/macOS/headless）** 也通过 WebSocket 连到同一个 Gateway，提供设备能力（camera/screen/location/canvas 等）
你可以把它总结成一张“框架四件套”幻灯片：
- **Channel（入口）**：用户在哪儿发消息
- **Gateway（中枢）**：路由、会话、权限、工具调度
- **Skills/Tools（能力）**：能干什么活、怎么干
- **Workspace/Memory（沉淀）**：怎么把能力变成复利
引用：
- README（定义 + channel 列表）：https://github.com/openclaw/openclaw
- FAQ（价值主张 + “Gateway 是 control plane”）：https://docs.openclaw.ai/help/faq
- Gateway Architecture（组件与数据流）：https://docs.openclaw.ai/concepts/architecture.md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**溯源与出圈路径**
  - 介绍龙虾的起源：它是怎么出现的、又是如何火出圈的
  - 重点讲清楚它在 **Twitter/X** 上的传播与扩散机制
- **框架解释：为什么它能火？**
  - 拆解“龙虾框架”的核心结构
  - 关键点：它具备 **channel**，能解决“最后一公里”问题
    - 用户不需要一直守在电脑旁操作
    - 这也是龙虾最初的典型应用场景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把“龙虾”当作一个 Agent 体系理解时，**channel** 本质上是：
- **用户入口（distribution surface）**：用户在哪儿发指令，Agent 就在哪儿可用
- **触达与回传通道**：不是在电脑 IDE 里才能用，而是随时随地“发消息→拿结果”
这类设计的价值在于把复杂工具“带出桌面”，把 AI 的使用门槛压到“会发消息就会用”。
OpenClaw 的官方描述也非常贴近这个定义：一个 **self-hosted gateway** 把 WhatsApp / Telegram / Discord / iMessage 等聊天应用接到 agent 上——也就是说，“聊天应用本身”就是 channel；gateway 负责把消息路由到 agent 并把结果返回给用户。（参考：OpenClaw Features、Gateway Architecture）
- OpenClaw Features：强调“Multi-channel gateway”（一个 Gateway 对接多个聊天渠道）以及媒体/移动节点能力。
- Gateway Architecture：强调 Gateway 作为长期运行的中心组件，统一承载消息面（messaging surfaces）并通过 WebSocket 接入客户端与节点。
引用：
- https://docs.openclaw.ai/concepts/features.md
- https://docs.openclaw.ai/concepts/architecture.md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你可以用一句话把第一章讲透：
**龙虾 = 有明确入口（channel）+ 可执行工具（skills）+ 可持续进化（memory/workspace）+ 可协作扩展（multi-agent）的生产力系统。**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02｜第二章节：龙虾能干什么？
原始要点
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
互联网补充：Skill 的“产品化定义”
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
建议展示方式：从“点技能”升级到“端到端结果”
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**展示原则：不要只秀基础能力**
  - 建议展示“真正能干活”的能力，而不只是基础 skill
- **Skill 示例（可按场景挑选展示）**
  - 网页搜索、信息抓取等通用能力
  - **自媒体方向（我自己的尝试）**
    - 直接发布公众号
    - 重做选题
    - 写小红书内容（包括**小红书配图也能直接生成**）
  - **业务/任务方向**
    - 做饰品类任务（作为案例：从需求到交付的协作）
    - 处理各种任务流
    - 协调与组织多人团队：任务规划、汇总、复盘等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文档对 Skills 的定义比较清晰：Skills 是兼容 AgentSkills 规范的技能文件夹（通常包含 `SKILL.md`），用于**教会 agent 如何使用工具**；并且 Skills 有明确的加载位置与优先级（bundled / managed / workspace），可以按环境与配置进行 gating。（参考：Skills 文档）
这意味着你在第二章不只是展示“会做什么”，而是在展示一套“可交付能力”的封装方式：
- 能力被标准化（有说明书、有入口、有边界、有依赖条件）
- 能力可复用、可组合、可迭代
- 能力可以被“卖”（收费的前提是可被复制的交付）
引用：
- https://docs.openclaw.ai/tools/skills.md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建议用 **3 层展示结构**（观众理解最快）：
1. **单点技能（1 分钟）**：搜索/转写/生成
2. **小工作流（3 分钟）**：输入→处理→输出（例如：转写→清理口癖→摘要→发布）
3. **端到端交付（5 分钟）**：带一个真实任务，从需求到最终交付（含失败重试与边界条件）
这样观众不会停留在“酷炫”，而是能直接对标自己的工作流。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03｜第三章节：如何养成这样的龙虾？
原始要点
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
互联网补充：为什么“写进文件”才算养成？（Memory / Workspace）
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
一套更可操作的“养龙虾路线图”（从新手到可商用）
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前面 1～2 章的训练、练习各种 skill 的过程，本质上就是“养成龙虾”的过程
- **养龙虾 = 培养一个超级个体 / 超级 Agent**
- 培养超级 Agent 的两种方法：
  1. **简单养的方式**：直接告诉它要做什么（例如：让它把配图加上）
  2. **服务器端养**（更根本的方式）：在服务端进行能力沉淀与定制化升级（更推荐长期采用）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的 Memory 文档强调了一个关键点：
- Memory 是**工作区里的纯 Markdown 文件**；文件才是事实来源（source of truth）
- 模型本身不会永久记住任何东西，除非你把它写到 `memory/YYYY-MM-DD.md` 或 `MEMORY.md`
这和“养成”的本质非常一致：
- 你不是在“调教一次对话”，而是在**积累一套可复用的知识与 SOP**
- 能沉淀到文件里的东西，才会在后续每次任务里持续复利
引用：
- https://docs.openclaw.ai/concepts/memory.md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**Level 1：能稳定复现（稳定性）**
  - 同一个任务，10 次里至少 8 次输出可用
  - 关键动作：把输入模板、验收标准、失败重试写成 SOP
- **Level 2：能组合技能（组合性）**
  - 把 3～5 个技能串成工作流（带中间产物与校验点）
- **Level 3：能交付结果（交付性）**
  - 输出不只是“文本/图片”，而是能直接用于发布/上线/发给客户的“交付包”
- **Level 4：能规模化（可复制）**
  - 把过程抽象为可售卖的标准化服务 / 产品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04｜组织变革：从超级个体到一人公司
原始要点
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
互联网补充：Multi-Agent 的“隔离”是组织成立的前提
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
可直接拿来讲的“组织架构 3 套模板”
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从“超级个体”进化到“一人公司”，意味着从个体户走向组织化
- 可以引出两个问题：
  - 为什么历史上会出现公司组织这种形态？
  - 常见组织架构有哪些？
- **一人公司的核心：配备多个 Agent**
  - 多 Agent 的组织方式也有门道，可展开为：
    - 按业务划分
    - 按技能划分
    - 按业务 + 技能混合划分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的 Multi-Agent Routing 文档把“一人公司”的工程前提讲得很清楚：
- 一个 agent 不只是“一个提示词”，而是一个完整的隔离单元：
  - 独立 workspace
  - 独立 state / auth profiles
  - 独立 sessions 存储
- 多 agent 并行存在时，需要明确的路由与绑定（bindings）来分流消息
换句话说：**当 agent 具备“隔离的职责边界 + 独立的上下文与记忆”时，你才真的拥有一个可管理的团队。**
引用：
- https://docs.openclaw.ai/concepts/multi-agent.md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**按业务线（更像公司）**：增长 / 内容 / 客服 / 研发 / 财务
2. **按能力栈（更像工厂）**：写作 / 设计 / 数据 / 自动化 / 分发
3. **混合（最实用）**：
   - 业务 Agent 负责目标与验收（比如“增长”）
   - 能力 Agent 负责生产（比如“内容生产”“视频剪辑”“投放文案”）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05｜第四章：Agent 与人机结合（先别急着做）
原始要点
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
互联网补充 1：Agent Loop 视角——“人机结合”其实是流水线设计
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
互联网补充 2：什么时候该“委派给 AI”？（管理学视角）
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
“双 S SOP”建议写法（更落地）
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当团队（多 Agent）养好后，下一步是 **团队磨合**
- 常见问题：
  - 大家在 1、2、3 章花了大量时间
  - 结果“养了一个龙虾很酷炫”，但没真正帮到自己，甚至成本很高
- **根因往往在：需求梳理不清楚**
- 因此需要一套梳理需求的方法论：**“双 S SOP”理论**
  - **SOP 1**：龙虾（Agent）自己的 SOP
  - **SOP 2**：人机结合的 SOP
- 建议：
  - 如果能沉下心、不急着动手，会更划算
  - 因为当下技术迭代很快，你现在花大力气解决的问题，未来可能自动消失
  - 所以在“技术还不稳定”的阶段，**不推荐急着做第 4 章（人机结合）**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的 Agent Loop 文档描述了一个完整的 agentic loop：
- intake → context assembly → model inference → tool execution → streaming replies → persistence
你在“人机结合”阶段真正要做的事是把任务拆成 **可控的流水线**：
- 哪一步由人决策（目标、验收、风险边界）
- 哪一步交给 agent 执行（检索、生成、改写、整理、调用工具）
- 哪一步要检查/回滚（质量门、合规门、发布门）
引用：
- https://docs.openclaw.ai/concepts/agent-loop.md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Ethan Mollick（One Useful Thing）提出了一个很实用的委派决策模型：委派是否划算，取决于三件事：
- **Human Baseline Time**：你自己做要多久
- **Probability of Success**：AI 一次做对的概率
- **AI Process Time**：你写指令 + 等待 + 评估输出要多久
直觉解释：如果你检查 AI 的成本很高，而 AI 又经常翻车，那就不值得委派；反之，任务越长、AI 成功率越高，越值得把它交给 AI。（参考：Management as AI superpower）
引用：
- https://www.oneusefulthing.org/p/management-as-ai-superpower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**Agent SOP（龙虾 SOP）**
  - 输入格式（必须字段）
  - 工具链（调用顺序）
  - 失败重试策略（最多重试 N 次）
  - 输出格式（交付物清单）
- **Human SOP（人机 SOP）**
  - 目标与范围（要/不要做什么）
  - 验收标准（什么叫好）
  - 风险点清单（哪些必须人工确认）
  - 发布流程（谁批准、何时发布、如何回滚）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06｜第五章节：第一波龙虾如何挣钱？（Skill 如何挣钱？）
原始要点
- 我盘点了身边 **三类**情况：这三类赚的是 **时间窗口的钱**
- 但更核心的是：
  - **长期钱**来自把 Agent 与自己的业务结合，持续放大价值
互联网补充 1：为什么“Skill 能挣钱”（因为它天然可被版本化/分发/复用）
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
互联网补充 2：Skill 变现的 6 种更具体路径（可直接做一页）
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
互联网补充 3：从“代练”到“产品化”的常见路径（你原来的逻辑保留）
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我盘点了身边 **三类**情况：这三类赚的是 **时间窗口的钱**
- 但更核心的是：
  - **长期钱**来自把 Agent 与自己的业务结合，持续放大价值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官方对 Skill 的定义是：一个 skill 是“版本化的 bundle”，包含 `SKILL.md` 以及相关文件；每次发布会产生新版本，注册中心保存版本历史，用户可审计并安装。（参考：ClawHub / Skills 文档）
这句话很关键：它把“skill”从一次性脚本，变成了**可复制交付的产品单元**。
引用：
- ClawHub（skill registry + versioning + distribution）：https://docs.openclaw.ai/tools/clawhub
- Skills（skill 目录 + 规范 + precedence）：https://docs.openclaw.ai/tools/skills.md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下面 6 条是“围绕 skill 的真实可落地生意”，你可以按听众画像挑 2～3 个重点讲：
1. **Skill 代练 / 定制交付（服务）**
   - 交付物：帮客户把某个工作流跑通、把 skill 写成可复用的 `SKILL.md` + 脚本/模板
2. **Skill 包售卖（产品）**
   - 交付物：一组可组合的 skills（比如“自媒体增长包”“SaaS 运营包”），附带演示与文档
3. **Skill 订阅更新（持续收入）**
   - 交付物：每周/月更新新版本（适配平台规则变化、模型变化、接口变化）
   - 利用 ClawHub 的“版本化”特性，发布与迭代成本低
4. **Skill 驱动的交付型外包（结果付费）**
   - 对外卖结果：比如“每周产出 20 条小红书图文+排期+复盘”，skill 是你的生产引擎
5. **Skill 教育 / 训练营（知识付费）**
   - “教你把 skill 养出来”：提供模板、作业、点评与落地辅导
6. **Skill 上云（SaaS 化）**
   - 把 skill 的一部分能力变成 API/产品功能（见下一章 SaaS 结合）
备注：OpenClaw 官方并没有直接写“skill 怎么定价”，但它把 skill 定义为**可发布、可安装、可版本化**的标准件；而标准件就具备商品化基础。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建议把变现分成两类，讲起来更清楚：
- **窗口钱（服务型）**：
  - 帮别人“代练” Agent / 搭工作流 / 定制 skill
  - 特点：交付快、现金流快，但依赖个人精力
- **长期钱（产品型）**：
  - 把可复用能力标准化成：模板、技能包、订阅服务、SaaS 功能
  - 特点：前期慢，但可复利与规模化
你也可以用上一章 Mollick 的模型来解释：当 AI 能把一个原本要 10 小时的任务变成 1 小时，并且成功率足够高时，用户愿意为“节省的时间”买单——这就构成了付费意愿的底层逻辑。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07｜第六个话题：SaaS 产品如何突围？（SaaS 如何和龙虾/OpenClaw 结合？）
原始要点
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
互联网补充 1：OpenClaw 的定位决定了“怎么结合”
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
互联网补充 2：SaaS × OpenClaw 的 5 种具体结合方式（从轻到重）
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
互联网补充 3：为什么“channel 是破局点”（更贴近 OpenClaw 特色）
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结合两类人群：
  - 做自媒体的小伙伴（可交流）
  - 做 SaaS 产品的小伙伴
- SaaS 与龙虾（Agent）结合的两点：
  1. **借大事 / 借小事**
     - 以我自己的产品为例：最早就是“借龙虾的事”
     - 关键：**要给龙虾做嫁衣**，先“去自己化”，别一开始就想着建自己的生态
  2. **做自己的生态：让自己的龙虾也多一个 channel**
- 优先级建议：
  - **先做第 1 点，再做第 2 点**
- 呼应第 1 章：
  - 龙虾之所以能火，一个重要原因就是它多了 **channel**
  - 给产品也配上 channel，是很好的破局之道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在 README/FAQ 里都反复强调：
- 它是运行在你设备上的 personal AI assistant
- **Gateway 是 always-on control plane**（控制面），而 assistant 才是产品
这句话翻译成 SaaS 语言就是：OpenClaw 更像一层“可编排的控制平面”，可以把你的 SaaS 接到用户常用的聊天入口上，让用户通过 channel 使用你服务的能力。
引用：
- README：https://github.com/openclaw/openclaw
- FAQ：https://docs.openclaw.ai/help/faq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**把你的 SaaS 当作“一个 tool/skill”接入（最轻）**
   - 形式：写一个 skill，让 agent 能调用你的 SaaS API（查询/创建/更新/报表/导出）
   - 价值：用户直接在 Telegram/飞书/微信等入口完成操作
2. **把你的 SaaS 变成“工作流的中间站”（更贴近真实业务）**
   - 形式：OpenClaw 负责“收集需求→拆解→调用工具”，SaaS 负责“存储/协作/审批/可视化”
3. **把 OpenClaw 变成你的“多渠道前台”（channel-first）**
   - 形式：你不先做复杂 UI，而是先用 channel 做 MVP：用户发消息 → agent 帮他完成任务 → 回传结果
   - 适用：早期验证、获客、提高留存
4. **用 OpenClaw 的 Gateway HTTP 能力做“可控的自动化入口”**
   - OpenClaw Gateway 暴露 `POST /tools/invoke`，允许通过 HTTP 直接调用单个 tool（仍受 gateway auth 与 tool policy 约束）
   - 你可以把它当作“受控的自动化执行器”：从你的 SaaS 服务器触发某个工具执行（例如批量抓取、生成、同步）
   - 引用：Tools Invoke API：https://docs.openclaw.ai/gateway/tools-invoke-http-api.md
5. **做一体化：把你自己的“channel + gateway + agent”打包成 SaaS（最重）**
   - 这对应你原文提到的“做自己的生态，让自己的龙虾也多一个 channel”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OpenClaw 的 Features/Architecture 强调：
- 多 channel 是“使用频率”的放大器（用户在聊天里更高频触达）
- gateway 作为单点真相（single source of truth）负责路由、会话与工具调用
把这翻译成 SaaS 语言：
- **先借势已有 channel**：用现成渠道把用户拉到你这套工作流里（低摩擦）
- **再做自己的 channel**：当你有了稳定工作流与留存理由，再把入口做进产品（更强粘性）
引用：
- Features：https://docs.openclaw.ai/concepts/features.md
- Gateway Architecture：https://docs.openclaw.ai/concepts/architecture.md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08｜企业为什么要更早抓紧龙虾？（2B 总论）
这一章的目标：把“龙虾/Agent 很酷”翻译成企业能听懂的 **ROI + 风险边界 + 落地路线图**。
08.1 企业早抓的本质：先抢“入口”和“流程主导权”
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
08.2 企业落地最小闭环（推荐 2 周内做出来）
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
08.3 风险与治理：企业敢用的关键，是“默认安全”
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
08.4 企业“可复制”的组织打法：多 Agent = 多岗位
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企业做 AI，不是为了多一个聊天机器人，而是为了更快地把关键流程变成：
- **随时可触达（channel）**：员工/客户用消息入口触发
- **可编排（control plane）**：把“信息 → 决策 → 执行 → 回传”串起来
- **可审计（governance）**：能追溯、能限权、能回滚
OpenClaw 的官方表述非常接近这个企业解释：它强调 **Gateway 是 always-on control plane（控制面）**，assistant 才是产品；并且能接入你已经在用的消息面（messaging surfaces）。
引用：README / FAQ
- https://github.com/openclaw/openclaw
- https://docs.openclaw.ai/help/faq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不要从“做一个万能机器人”开始，企业落地建议按最小闭环：
1. **选一个高频入口**：飞书 / Slack / WhatsApp / Telegram（你们真实在用的）
2. **选一个高频场景**（建议从“纯文本+低风险”起）：
   - 客服/工单分流与总结
   - 销售线索分拣与跟进提醒
   - 运营日报/周报自动生成（汇总各系统数据）
3. **设一个硬指标**：
   - 首响时间（FRT）
   - 人均处理单量
   - 跟进完成率
   - 报表产出耗时
你讲课时可以用一句话总结：**一个入口 + 一个场景 + 一个指标 = 企业第一波 AI 胜利。**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企业更早抓紧龙虾的前提是安全边界清晰。OpenClaw 的安全文档强调它的信任模型是“个人助手/单信任边界”，如果要多人/多团队使用，需要拆分信任边界（多网关/多账号/多隔离）并做权限治理。
同时它提供了可操作的安全审计命令（`openclaw security audit`）帮助排雷。
引用：Security
- https://docs.openclaw.ai/gateway/security/index.md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你可以把“龙虾团队”讲成企业最熟悉的结构：
- **SalesOps Agent**：线索分拣、跟进、邮件/话术草拟
- **SupportOps Agent**：工单分类、回复草拟、升级/关闭建议
- **GrowthOps Agent**：内容日历、渠道分发、数据复盘
- **Dev/IT Agent**：技能开发、系统对接、自动化
OpenClaw 的 Multi-Agent Routing 文档强调：多 agent 是“隔离的 brain”（独立 workspace/state/sessions），这正是企业“岗位隔离”的工程基础。
引用：Multi-Agent Routing
- https://docs.openclaw.ai/concepts/multi-agent.md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09｜SaaS 企业：怎么和龙虾/OpenClaw 结合（实战 + 效果）
09.1 典型 SaaS 痛点（高频且可量化）
- 线索多但无效：没人分拣、没人快速跟进
- 客服压力大：FAQ 重复、工单总结慢、升级不及时
- 运营复盘慢：数据分散在多个系统，周报要人肉拼
- 交付与续费靠人：客户健康度不可见、流失预警晚
09.2 结合方式（按落地难度从轻到重）
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
09.3 3 个 SaaS 实战剧本（可直接照做）
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
09.4 SaaS 预期效果怎么讲（别用空话，用指标）
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线索多但无效：没人分拣、没人快速跟进
- 客服压力大：FAQ 重复、工单总结慢、升级不及时
- 运营复盘慢：数据分散在多个系统，周报要人肉拼
- 交付与续费靠人：客户健康度不可见、流失预警晚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**把你的 SaaS API 封装成 skill（最快）**
   - 让 agent 能“查客户/查订单/查用量/开工单/更新状态/导出报表”
2. **channel-first 做 MVP（获客最快）**
   - 用户在飞书/Telegram 里发一句话 → agent 通过你的 API 完成任务 → 回传结果
3. **把 OpenClaw 当“自动化执行器”**
   - 你的 SaaS 服务器通过 `POST /tools/invoke` 触发某个工具执行（仍受网关鉴权+工具策略限制）
引用：Tools Invoke API
- https://docs.openclaw.ai/gateway/tools-invoke-http-api.md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**剧本 A｜线索分拣 + 跟进提醒（SalesOps）**
- 输入：渠道私信/表单/邮件线索（文本即可）
- 龙虾做：提取意向点 → 打标签（行业/预算/紧急度）→ 生成 2 版跟进话术 → 设定跟进节奏
- 人做：最终确认发送、关键客户人工跟进
- **效果指标**：首响时间、跟进完成率、有效线索占比
**剧本 B｜客服工单“分流-草拟-总结”（SupportOps）**
- 输入：客户聊天记录/截图/语音
- 龙虾做：问题归类 → 生成回复草稿（含必要信息收集）→ 输出工单总结与下一步
- 人做：审核发送、必要时升级
- 可选：开启 inbound media understanding，把语音/图片先摘要成文本再走流程
引用：Media Understanding（入站音视频/图片预摘要）
- https://docs.openclaw.ai/nodes/media-understanding
**剧本 C｜运营日报/周报自动化（GrowthOps）**
- 输入：多个系统的零散数据、会议纪要、渠道反馈
- 龙虾做：每天定时拉取/汇总 → 输出“结论 + 异常 + 建议动作”
- 实现：用 Gateway 的 cron job 让它每天固定时间跑一次
引用：Cron jobs
- https://docs.openclaw.ai/automation/cron-jobs.md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你可以把“效果”讲成三类可量化变化（不承诺具体数值，承诺测量方法）：
- **速度**：首响时间、报价/工单处理时长、报表产出时长
- **产能**：人均处理单量、人均跟进数、内容产出频率
- **质量**：一次解决率、升级率、重复问题占比、客户满意度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10｜外贸电商：询盘到订单的龙虾打法（实战 + 效果）
10.1 外贸电商的“高价值环节”在哪里
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
10.2 实战工作流（建议先从 WhatsApp/邮件线索开始）
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
10.3 预期效果（建议你现场用这 4 个指标讲）
- **FRT**：询盘首响时间（分钟/小时）
- **Quote TAT**：从询盘到可发报价的耗时
- **Follow-up 完成率**：该跟的是否都跟了
- **信息缺失率**：第一次回复能否把关键字段收齐（少来回=更快成交）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询盘（RFQ）响应速度：晚 2 小时可能就丢单
- 多语言沟通与信息收集：参数、交期、付款、物流
- 报价与跟进：报价单/PI/条款说明 + 持续 follow-up
- 资料与合规：装箱单、发票、报关材料（先从文本模板自动化开始）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**工作流｜询盘自动结构化 → 报价草拟 → 跟进节奏**
1. 客户发来询盘（文本/语音/截图都可能）
2. 龙虾先做“结构化字段”：产品、数量、规格、目标价、交期、目的港、认证要求
3. 输出 2 份结果：
   - 给销售：一页“关键信息 + 缺失问题清单”
   - 给客户：一版“确认问题 + 下一步”英文/目标语种草稿
4. 报价单/PI：用模板填充（先让龙虾产出表格/Markdown，再落到你们现有系统）
5. 跟进：用 cron job 设置 24h/72h follow-up 提醒
引用：Cron jobs
- https://docs.openclaw.ai/automation/cron-jobs.md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**FRT**：询盘首响时间（分钟/小时）
- **Quote TAT**：从询盘到可发报价的耗时
- **Follow-up 完成率**：该跟的是否都跟了
- **信息缺失率**：第一次回复能否把关键字段收齐（少来回=更快成交）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11｜独立站品牌：内容-投放-客服-复盘一体化（实战 + 效果）
11.1 独立站品牌最“烧钱”的 3 件事
- 付费投放：素材与文案迭代慢
- 内容与 SEO：持续产出难，站内页面更新慢
- 客服与口碑：重复问题多，售后拖慢复购
11.2 实战剧本（独立站最适合用“多 Agent 分工”跑流水线）
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付费投放：素材与文案迭代慢
- 内容与 SEO：持续产出难，站内页面更新慢
- 客服与口碑：重复问题多，售后拖慢复购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**剧本 A｜广告素材与文案工厂（GrowthOps + CreativeOps）**
- 输入：产品卖点、用户评价、竞品对比
- 龙虾产出：
  - 10 个广告角度（痛点/人群/场景）
  - 每个角度 3 条短文案 + 1 条长文案
  - UGC 口播脚本（15s/30s/60s）
- 人做：选角度、投放测试
- **效果指标**：素材迭代频率、测试轮数、CTR/CVR 的提升速度
**剧本 B｜客服知识库 + 回复宏（SupportOps）**
- 输入：历史客服对话/差评/退货原因
- 龙虾产出：FAQ 分类、标准回复宏、升级条件（什么时候必须人工介入）
- **效果指标**：一次解决率、人工介入比例、响应时长
**剧本 C｜周度复盘（GrowthOps）**
- 输出：一页“本周增长结论 + 三个实验建议 + 下周内容/投放计划”
- 用 cron job 固定每周生成，减少“复盘拖延”
引用：Cron jobs
- https://docs.openclaw.ai/automation/cron-jobs.md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12｜MCN 机构：选题-脚本-制作-分发的龙虾流水线（实战 + 效果）
12.1 MCN 的瓶颈不是创意，是“周转率”
MCN 赚钱靠稳定产出与爆款概率，但日常最卡的往往是：
- 选题靠感觉，不可复用
- 脚本与口播来回改，版本混乱
- 一条内容要多平台改写，重复劳动
- 复盘不成体系，下一次还踩同样坑
12.2 实战组织结构（一个 MCN = 一个多 Agent 小团队）
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
12.3 实战工作流（你可以把它讲成 SOP）
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
12.4 预期效果（MCN 讲这 3 个就够）
- **内容周转率**：从选题到发布的平均周期
- **复用率**：脚本/标题/模板被复用的次数
- **产出稳定性**：每周稳定发布数量（爆款概率=基数×质量）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MCN 赚钱靠稳定产出与爆款概率，但日常最卡的往往是：
- 选题靠感觉，不可复用
- 脚本与口播来回改，版本混乱
- 一条内容要多平台改写，重复劳动
- 复盘不成体系，下一次还踩同样坑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**Producer Agent**：选题库、选题评审、拍摄清单
- **Script Agent**：脚本/标题/钩子、口播稿、分镜
- **Editing Agent**：金句点位、字幕要点、封面文案（可接你们剪辑工具链）
- **Ops Agent**：多平台分发排期、数据汇总、复盘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每天固定时间跑“热榜/竞品监测 → 选题候选”
2. 选题入库（标题、目标人群、核心冲突、3 个钩子）
3. 脚本生成（15s/30s/60s 版本）+ 分镜（可选）
4. 发布后自动复盘：把数据汇总成“结论 + 下一轮动作”
实现上：
- 用 cron jobs 定时触发（选题/复盘）
- 用 hooks 做事件触发（比如发 `/new` 或某个命令时自动写入复盘文件）
引用：
- Cron jobs：https://docs.openclaw.ai/automation/cron-jobs.md
- Hooks：https://docs.openclaw.ai/automation/hooks.md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**内容周转率**：从选题到发布的平均周期
- **复用率**：脚本/标题/模板被复用的次数
- **产出稳定性**：每周稳定发布数量（爆款概率=基数×质量）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13｜最后：如何变现？
原始要点
- 变现有门道，路径不止一种，例如：
  - **Skill 本身收费**
  - 按用户画像设计变现方式（下面三类是重点）
用户画像（3 类）
1. **知识付费群体**
2. **有能力者**（如技术人）
3. **自有产品者**
   - 这类用户开发后，希望顺便变现，实现自用与好用
额外推荐：一个非常小众且好用的工具——**叉叉叉**（此处待补全具体名称）
互联网补充：按画像设计“价格锚点”（更易成交）
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变现有门道，路径不止一种，例如：
  - **Skill 本身收费**
  - 按用户画像设计变现方式（下面三类是重点）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**知识付费群体**
2. **有能力者**（如技术人）
3. **自有产品者**
   - 这类用户开发后，希望顺便变现，实现自用与好用
额外推荐：一个非常小众且好用的工具——**叉叉叉**（此处待补全具体名称）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**知识付费群体**：卖“结果”和“确定性”
  - 定价锚点：少走弯路 / 提升交付质量 / 快速复制
  - 形态：训练营、模板包、案例库、陪跑
- **有能力者（技术人）**：卖“可控性”和“可扩展”
  - 定价锚点：节省工程时间 / 提升自动化覆盖
  - 形态：可自托管方案、可插拔 skills、可观测与可调试
- **自有产品者**：卖“增长杠杆”
  - 定价锚点：新增入口（channel）/ 提升留存 / 降低获客成本
  - 形态：嵌入式 agent、工作流插件、增值 API、企业版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参考资料（互联网来源）
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OpenClaw Docs
  - README: https://github.com/openclaw/openclaw
  - Vision: https://github.com/openclaw/openclaw/blob/main/VISION.md
  - Lore: https://docs.openclaw.ai/start/lore
  - FAQ: https://docs.openclaw.ai/help/faq
  - Features: https://docs.openclaw.ai/concepts/features.md
  - Gateway Architecture: https://docs.openclaw.ai/concepts/architecture.md
  - Skills: https://docs.openclaw.ai/tools/skills.md
  - ClawHub: https://docs.openclaw.ai/tools/clawhub
  - Tools Invoke API: https://docs.openclaw.ai/gateway/tools-invoke-http-api.md
  - Cron jobs: https://docs.openclaw.ai/automation/cron-jobs.md
  - Hooks: https://docs.openclaw.ai/automation/hooks.md
  - Media understanding: https://docs.openclaw.ai/nodes/media-understanding
  - Security: https://docs.openclaw.ai/gateway/security/index.md
  - Multi-Agent Routing: https://docs.openclaw.ai/concepts/multi-agent.md
  - Agent Loop: https://docs.openclaw.ai/concepts/agent-loop.md
  - Memory: https://docs.openclaw.ai/concepts/memory.md
- Ethan Mollick（One Useful Thing）
  - Management as AI superpower: https://www.oneusefulthing.org/p/management-as-ai-superpower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附录A｜国内检索案例库（百度检索 + 打开核验）
说明：以下案例来自百度中文检索结果，并已逐篇打开核验正文内容；更适合“国内市场/中文渠道”的课程引用。
课程用法建议：课堂引用请保留“来源链接 + 百度检索关键词”，方便学员回溯与复现。
A.1 ToC（个人/副业/在岗）
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
A.2 自媒体（内容生产/发布自动化）
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
A.3 ToB（企业/团队）
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
A.4 百度检索关键词（可复用）
- 自媒体/小红书：`OpenClaw 小红书 自动 发帖 skill`
- ToC/麦当劳：`OpenClaw 麦当劳 营养师 Skill`
- ToC/选股：`OpenClaw 选股 skill 案例`
- ToB/飞书：`OpenClaw 飞书 全家桶 Skill 案例`
A.5 国内案例信源（引用清单）
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A.1.1 麦当劳专属“营养师”+ 自动领券（mcd Skill）
- **来源**：腾讯云开发者社区
- **链接**：https://cloud.tencent.com/developer/article/2628308
- **画像**：想“偶尔放纵又不想胖”的个人用户；对优惠券/活动敏感。
- **一句话价值**：一句“帮我领个券”，AI 能自动领到优惠券并给出控热量的点餐组合建议。
- **可复制 SOP**：
  1) 安装 `mcd` Skill
  2) 登录麦当劳 MCP 平台生成 `token`
  3) 在聊天通道发送 `/new` 激活会话
  4) 对话示例：`帮我领个券` / `最近有什么活动？` / `我想吃板烧，帮我组合一下让我能吃饱，顺便控热量`
- **交付物**：优惠券领取结果、活动清单、两套套餐方案（含卡路里标注）。
- **指标建议**：
  - 领取优惠券张数（文中提到一次领到 5 张）
  - 选餐决策时间（从“翻来翻去”降到 1-2 轮对话）
- **踩坑/注意**：涉及账号/凭证（token），必须强调“只在可信环境提供、最小权限、用完即换”。
A.1.2 10 分钟打造 AI 选股系统（实时行情 API + 调度）
- **来源**：腾讯云开发者社区
- **链接**：https://cloud.tencent.com/developer/article/2631336
- **画像**：信息过载的散户/副业投资者；希望“过滤垃圾信息、直接给结论”。
- **一句话价值**：结合实时行情 API 与自动化调度，个人也能快速搭建“专属股票分析系统”。
- **可复制 SOP**：
  1) 明确输入：关注标的/行业、风险偏好、更新频率
  2) 接入实时行情 API（按文章方案）
  3) 设定每日/每小时调度：拉取行情→筛选→输出结论
  4) 输出格式固定：`今日关注清单 + 触发原因 + 风险提示 + 明日观察点`
- **交付物**：手机端可查看的最新行情与筛选结果（文章描述）。
- **指标建议**：
  - 每日节省信息筛选时间
  - 关注标的命中率（用回测/人工记录，不承诺收益）
- **踩坑/注意**：课程里必须加“仅供学习，不构成投资建议；避免用高收益噱头”。
A.1.3 云服务器部署 Skill，飞书直连 iPhone（苹果生态）
- **来源**：腾讯云开发者社区
- **链接**：https://cloud.tencent.com/developer/article/2628079
- **画像**：没有 Mac Mini 也想用 OpenClaw 的个人用户；需要随时随地用手机驱动任务。
- **一句话价值**：把 Skill 部署在云端，通过飞书把 iPhone 变成入口，实现“低成本也能跑通”。
- **可复制 SOP**：
  1) 云端部署 OpenClaw/Skills
  2) 配置飞书接入
  3) 在飞书里用指令驱动手机相关任务（按文中思路扩展到提醒/日程/备忘等）
- **交付物**：手机端可触发的自动化能力（文章为思路与实践）。
- **指标建议**：随时触发任务成功率、减少设备依赖成本。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A.2.1 小红书全自动：热点→文案→封面→自动发布（xhs Skill）
- **来源**：腾讯云开发者社区
- **链接**：https://cloud.tencent.com/developer/article/2629870
- **画像**：小红书运营/个人博主；缺人手，想把“发帖”变成流水线。
- **一句话价值**：一句“今天有什么热点？帮我写个帖子发出去”，AI 自动完成追热点、写文案、生成封面并发布。
- **可复制 SOP**：
  1) 安装 `xhs` Skill（文中写 30 秒安装）
  2) 在聊天通道 `/new` 激活
  3) 电脑端登录小红书获取 Cookie（F12→复制 cookie）
  4) 指令示例：`使用小红书技能，帮我用cookie登录小红书` → `今天有什么热点？帮我写个帖子发出去`
- **交付物**：完整小红书笔记（含封面图），并完成发布。
- **指标建议**：
  - 从选题到发布耗时（文章强调“全自动”）
  - 日更数量/周更数量
- **踩坑/强提醒（必须写进课件）**：文章 3.10 更新明确提示：平台将治理 AI 托管类账号（限流/警告/封禁），仅作技术分享，谨慎使用。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A.3.1 OpenClaw 接入飞书云文档/权限/导出：把机器人变成“文档操作员”
- **来源**：腾讯云开发者社区
- **链接**：https://cloud.tencent.com/developer/article/2631667
- **画像**：企业/团队使用飞书文档、表格、Wiki；需要自动生成文档、分配权限、导出文件。
- **一句话价值**：给飞书机器人开通 docx/docs 等权限后，OpenClaw 可以创建/编辑文档、管理权限、导出 PDF。
- **可复制 SOP**：
  1) 飞书开放平台 → 自建应用 → 权限管理 → 开通云文档相关权限（文中建议同时开 `docx` + `docs`）
  2) 回到飞书对话：`创建一个文档，介绍一下飞书云文档是什么`（示例提示词在文中）
  3) 权限不够时：`这个文档我好像没有编辑权限，给我授权一下`
  4) 需要交付文件：`帮我把这个文档导出为PDF，然后发给我吧`
- **交付物**：文档链接、权限设置结果、导出的 PDF。
- **指标建议**：
  - 文档产出时间（从 30-60 分钟 → 3-5 分钟）
  - 权限/导出操作减少的人工步骤数
- **踩坑/注意**：权限配置容易过度授权；建议按“最小权限”开通，重要动作加人工确认。
A.3.2（待补齐正文）睡个午觉，OpenClaw 已经帮我把网站写好部署上线了
- **来源**：腾讯云开发者社区
- **链接**：https://cloud.tencent.com/developer/article/2634569
- **备注**：该页面反爬导致正文抽取不完整；可作为“标题级索引案例”先入库，后续手动打开补全 SOP 后再升级为可教案例。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自媒体/小红书：`OpenClaw 小红书 自动 发帖 skill`
- ToC/麦当劳：`OpenClaw 麦当劳 营养师 Skill`
- ToC/选股：`OpenClaw 选股 skill 案例`
- ToB/飞书：`OpenClaw 飞书 全家桶 Skill 案例`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腾讯云开发者社区：
  - https://cloud.tencent.com/developer/article/2628308
  - https://cloud.tencent.com/developer/article/2631336
  - https://cloud.tencent.com/developer/article/2628079
  - https://cloud.tencent.com/developer/article/2629870
  - https://cloud.tencent.com/developer/article/2631667
  - https://cloud.tencent.com/developer/article/2634569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463040"/>
            <a:ext cx="9144000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龙虾框架分享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从基础应用到商业变现（完整版白板讲稿）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白板风格课件 · 每页=关键要点 · 备注=完整讲稿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/ 龙虾框架课程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课程总览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所有章节一览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 1/2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课程总览（续）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目录 2/2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 章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课程定位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目标：用“龙虾（OpenClaw）”搭出一套从基础应用到商业变现的可复制体系。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风格：以交付为中心（SOP、模板、验收标准、踩坑提示），不做硬营销。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 &gt; 课程定位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适合人群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ToC（个人/副业/在岗）：希望用自动化省时间、稳定产出。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自媒体：希望把“选题→创作→配图→发布”做成流水线。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ToB（企业/团队）：希望把 AI 接进飞书/文档/表格等工作流，形成可控的效率系统。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 &gt; 适合人群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学完你能得到什么（可验收）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能把需求写成“任务卡”（输入/输出/约束/验收）。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能为常见任务定位 Skill + 串 SOP，跑出端到端交付物。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能识别高风险动作（账号、权限、自动发布）并设置安全边界。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能把案例复用为“课程作业”，按指标验收（节省时间/产出数量/交付质量）。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 &gt; 学完你能得到什么（可验收）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课程结构（目录）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01-03：认识 OpenClaw + 能力边界 + 养成方法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04-05：从超级个体到组织化（多 Agent、协作）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06-13：基础应用→商业变现路径（不同业务场景拆解）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附录：国内检索案例库（百度检索 + 打开核验）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 &gt; 课程结构（目录）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使用建议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每章都建议带 1 个“演示任务”+ 1 个“学员作业”。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重要原则：先把输入模板写死，再谈自动化；先保安全边界，再追求无人值守。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00｜课程导读 &gt; 使用建议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2 章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你要讲的“真实起因”（可直接当演讲素材）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在官方的 `VISION.md` 里明确写过：它最开始是作者的个人 playground——想学习 AI、同时做一个真正有用的东西：能在真实电脑上跑真实任务的个人助手。随后它经历了多次“换壳改名”的演进：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Warelay → Clawdbot → Moltbot → OpenClaw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而这个改名链条背后，有一个非常具体的触发点：官方 lore 里提到 2026 年 1 月 Anthropic 发了礼貌邮件要求更名（商标原因），于是项目按“龙虾蜕壳（molt）”的隐喻一路更名，最终在 2026-01-30 定名为 O…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你讲第一章时，可以用这 3 句话把“起因 + 出圈感”都交代清楚：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起因：做一个“能干活”的个人助手，不是聊天机器人。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转折：品牌/商标触发改名，社区参与投票，龙虾“蜕壳”成梗。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定型：OpenClaw = open source + claw（龙虾传统）+ “你的助手，你的机器，你的规则”。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你要讲的“真实起因”（可直接当演讲素材）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互联网补充：你说的“后面那几个”也补进来（出圈事件 + 大迁移）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如果你第一章想讲得更“真实”，OpenClaw 官方 lore 里其实给了很完整的“出圈事件时间线”，你可以把它作为「起因之后发生了什么」的段落来讲（既有戏剧性，又能解释为什么会在 Twitter/X 传播）：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第一次蜕壳（2026-01-27）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Discord 社区在凌晨聚集，几百个名字被提出，最终 OpenClaw 胜出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大蜕壳（2026-01-27）（更像“社媒出圈事件”）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Twitter 更名后，自动化机器人秒抢注 `@openclaw`（handle snipers），抢注者发 crypto 钱包地址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侧也出现了抢注/误操作的混乱（官方称 “GitHub disaster”），需要紧急协调处理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同期出现假开发者、假身份等典型“热点蹭流量”行为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最终形态 / 大迁移（2026-01-30）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互联网补充：你说的“后面那几个”也补进来（出圈事件 + 大迁移）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互联网补充：你说的“后面那几个”也补进来（出圈事件 + 大迁移）（续1）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小时内完成：GitHub 仓库迁移、更名；X 账号处理；npm 包以新名称发布；文档迁移到 `docs.openclaw.ai`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以及官方提到的传播结果：公告在 90 分钟内获得 20 万+ 浏览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你不需要把 lore 的全部梗都讲出来；讲“触发点→抢注→迁移→数据结果”这条链路，就已经足够让听众理解：为什么它会出圈、为什么会在 Twitter/X 传播。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互联网补充：你说的“后面那几个”也补进来（出圈事件 + 大迁移）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互联网补充：OpenClaw 的“框架”（你第一章要讲的系统结构）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如果你第一章要讲“OpenClaw 的框架”，官方有两段内容非常适合做“框架页”：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一句话定义（产品是什么）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 / FAQ 都强调：OpenClaw 是运行在你设备上的 personal AI assistant，Gateway 是 always-on control plane，assistant 才是产品。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这句话能帮你把它和“聊天机器人 / 套壳”区分开。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框架结构（怎么运行）（架构视角）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一个长期运行的 Gateway（daemon） 统一管理 messaging surfaces（WhatsApp/Telegram/Discord/iMessage/...）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控制面客户端（CLI / Web UI / macOS app / automations）通过 WebSocket 连到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Nodes（iOS/Android/macOS/headless） 也通过 WebSocket 连到同一个 Gateway，提供设备能力（camera/screen/location/canvas 等）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互联网补充：OpenClaw 的“框架”（你第一章要讲的系统结构）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互联网补充：OpenClaw 的“框架”（你第一章要讲的系统结构）（续1）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你可以把它总结成一张“框架四件套”幻灯片：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Channel（入口）：用户在哪儿发消息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Gateway（中枢）：路由、会话、权限、工具调度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Skills/Tools（能力）：能干什么活、怎么干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Workspace/Memory（沉淀）：怎么把能力变成复利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互联网补充：OpenClaw 的“框架”（你第一章要讲的系统结构）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溯源与出圈路径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介绍龙虾的起源：它是怎么出现的、又是如何火出圈的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重点讲清楚它在 Twitter/X 上的传播与扩散机制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框架解释：为什么它能火？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拆解“龙虾框架”的核心结构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关键点：它具备 channel，能解决“最后一公里”问题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用户不需要一直守在电脑旁操作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这也是龙虾最初的典型应用场景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互联网补充：什么叫“channel / 最后一公里”？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把“龙虾”当作一个 Agent 体系理解时，channel 本质上是：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用户入口（distribution surface）：用户在哪儿发指令，Agent 就在哪儿可用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触达与回传通道：不是在电脑 IDE 里才能用，而是随时随地“发消息→拿结果”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这类设计的价值在于把复杂工具“带出桌面”，把 AI 的使用门槛压到“会发消息就会用”。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的官方描述也非常贴近这个定义：一个 self-hosted gateway 把 WhatsApp / Telegram / Discord / iMessage 等聊天应用接到 agent 上——也就是说，“聊天应用…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Features：强调“Multi-channel gateway”（一个 Gateway 对接多个聊天渠道）以及媒体/移动节点能力。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Architecture：强调 Gateway 作为长期运行的中心组件，统一承载消息面（messaging surfaces）并通过 WebSocket 接入客户端与节点。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互联网补充：什么叫“channel / 最后一公里”？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可直接复用的“龙虾框架（定义版）”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你可以用一句话把第一章讲透：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01｜第一章节：龙虾是什么？ &gt; 可直接复用的“龙虾框架（定义版）”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3 章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展示原则：不要只秀基础能力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建议展示“真正能干活”的能力，而不只是基础 skill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示例（可按场景挑选展示）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网页搜索、信息抓取等通用能力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自媒体方向（我自己的尝试）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直接发布公众号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重做选题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写小红书内容（包括小红书配图也能直接生成）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业务/任务方向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做饰品类任务（作为案例：从需求到交付的协作）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处理各种任务流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协调与组织多人团队：任务规划、汇总、复盘等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互联网补充：Skill 的“产品化定义”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文档对 Skills 的定义比较清晰：Skills 是兼容 AgentSkills 规范的技能文件夹（通常包含 `SKILL.md`），用于教会 agent 如何使用工具；并且 Skills 有明确的加载位置与优先级…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这意味着你在第二章不只是展示“会做什么”，而是在展示一套“可交付能力”的封装方式：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能力被标准化（有说明书、有入口、有边界、有依赖条件）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能力可复用、可组合、可迭代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能力可以被“卖”（收费的前提是可被复制的交付）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 &gt; 互联网补充：Skill 的“产品化定义”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建议展示方式：从“点技能”升级到“端到端结果”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建议用 3 层展示结构（观众理解最快）：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单点技能（1 分钟）：搜索/转写/生成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小工作流（3 分钟）：输入→处理→输出（例如：转写→清理口癖→摘要→发布）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端到端交付（5 分钟）：带一个真实任务，从需求到最终交付（含失败重试与边界条件）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这样观众不会停留在“酷炫”，而是能直接对标自己的工作流。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02｜第二章节：龙虾能干什么？ &gt; 建议展示方式：从“点技能”升级到“端到端结果”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4 章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前面 1～2 章的训练、练习各种 skill 的过程，本质上就是“养成龙虾”的过程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养龙虾 = 培养一个超级个体 / 超级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培养超级 Agent 的两种方法：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简单养的方式：直接告诉它要做什么（例如：让它把配图加上）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服务器端养（更根本的方式）：在服务端进行能力沉淀与定制化升级（更推荐长期采用）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互联网补充：为什么“写进文件”才算养成？（Memory / Workspace）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 Memory 文档强调了一个关键点：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是工作区里的纯 Markdown 文件；文件才是事实来源（source of truth）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模型本身不会永久记住任何东西，除非你把它写到 `memory/YYYY-MM-DD.md` 或 `MEMORY.md`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这和“养成”的本质非常一致：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你不是在“调教一次对话”，而是在积累一套可复用的知识与 SOP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能沉淀到文件里的东西，才会在后续每次任务里持续复利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 &gt; 互联网补充：为什么“写进文件”才算养成？（Memory / Workspace）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一套更可操作的“养龙虾路线图”（从新手到可商用）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1：能稳定复现（稳定性）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同一个任务，10 次里至少 8 次输出可用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关键动作：把输入模板、验收标准、失败重试写成 SOP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2：能组合技能（组合性）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 3～5 个技能串成工作流（带中间产物与校验点）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3：能交付结果（交付性）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输出不只是“文本/图片”，而是能直接用于发布/上线/发给客户的“交付包”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4：能规模化（可复制）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 &gt; 一套更可操作的“养龙虾路线图”（从新手到可商用）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一套更可操作的“养龙虾路线图”（从新手到可商用）（续1）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把过程抽象为可售卖的标准化服务 / 产品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03｜第三章节：如何养成这样的龙虾？ &gt; 一套更可操作的“养龙虾路线图”（从新手到可商用）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5 章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从“超级个体”进化到“一人公司”，意味着从个体户走向组织化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可以引出两个问题：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为什么历史上会出现公司组织这种形态？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常见组织架构有哪些？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一人公司的核心：配备多个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Agent 的组织方式也有门道，可展开为：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按业务划分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按技能划分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按业务 + 技能混合划分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互联网补充：Multi-Agent 的“隔离”是组织成立的前提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 Multi-Agent Routing 文档把“一人公司”的工程前提讲得很清楚：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 agent 不只是“一个提示词”，而是一个完整的隔离单元：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独立 workspace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独立 state / auth profiles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独立 sessions 存储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agent 并行存在时，需要明确的路由与绑定（bindings）来分流消息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换句话说：当 agent 具备“隔离的职责边界 + 独立的上下文与记忆”时，你才真的拥有一个可管理的团队。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 &gt; 互联网补充：Multi-Agent 的“隔离”是组织成立的前提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可直接拿来讲的“组织架构 3 套模板”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按业务线（更像公司）：增长 / 内容 / 客服 / 研发 / 财务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按能力栈（更像工厂）：写作 / 设计 / 数据 / 自动化 / 分发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混合（最实用）：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业务 Agent 负责目标与验收（比如“增长”）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能力 Agent 负责生产（比如“内容生产”“视频剪辑”“投放文案”）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04｜组织变革：从超级个体到一人公司 &gt; 可直接拿来讲的“组织架构 3 套模板”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6 章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当团队（多 Agent）养好后，下一步是 团队磨合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常见问题：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大家在 1、2、3 章花了大量时间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结果“养了一个龙虾很酷炫”，但没真正帮到自己，甚至成本很高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根因往往在：需求梳理不清楚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因此需要一套梳理需求的方法论：“双 S SOP”理论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 1：龙虾（Agent）自己的 SOP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SOP 2：人机结合的 SOP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建议：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如果能沉下心、不急着动手，会更划算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因为当下技术迭代很快，你现在花大力气解决的问题，未来可能自动消失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所以在“技术还不稳定”的阶段，不推荐急着做第 4 章（人机结合）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1：Agent Loop 视角——“人机结合”其实是流水线设计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 Agent Loop 文档描述了一个完整的 agentic loop：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intake → context assembly → model inference → tool execution → streaming replies → persistence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你在“人机结合”阶段真正要做的事是把任务拆成 可控的流水线：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哪一步由人决策（目标、验收、风险边界）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哪一步交给 agent 执行（检索、生成、改写、整理、调用工具）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哪一步要检查/回滚（质量门、合规门、发布门）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互联网补充 1：Agent Loop 视角——“人机结合”其实是流水线设计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2：什么时候该“委派给 AI”？（管理学视角）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Ethan Mollick（One Useful Thing）提出了一个很实用的委派决策模型：委派是否划算，取决于三件事：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Baseline Time：你自己做要多久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 of Success：AI 一次做对的概率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Process Time：你写指令 + 等待 + 评估输出要多久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直觉解释：如果你检查 AI 的成本很高，而 AI 又经常翻车，那就不值得委派；反之，任务越长、AI 成功率越高，越值得把它交给 AI。（参考：Management as AI superpower）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互联网补充 2：什么时候该“委派给 AI”？（管理学视角）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“双 S SOP”建议写法（更落地）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SOP（龙虾 SOP）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输入格式（必须字段）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工具链（调用顺序）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失败重试策略（最多重试 N 次）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输出格式（交付物清单）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SOP（人机 SOP）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目标与范围（要/不要做什么）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验收标准（什么叫好）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“双 S SOP”建议写法（更落地）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“双 S SOP”建议写法（更落地）（续1）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风险点清单（哪些必须人工确认）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发布流程（谁批准、何时发布、如何回滚）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05｜第四章：Agent 与人机结合（先别急着做） &gt; “双 S SOP”建议写法（更落地）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7 章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我盘点了身边 三类情况：这三类赚的是 时间窗口的钱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但更核心的是：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长期钱来自把 Agent 与自己的业务结合，持续放大价值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1：为什么“Skill 能挣钱”（因为它天然可被版本化/分发/复用）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官方对 Skill 的定义是：一个 skill 是“版本化的 bundle”，包含 `SKILL.md` 以及相关文件；每次发布会产生新版本，注册中心保存版本历史，用户可审计并安装。（参考：ClawHub / Ski…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这句话很关键：它把“skill”从一次性脚本，变成了可复制交付的产品单元。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 &gt; 互联网补充 1：为什么“Skill 能挣钱”（因为它天然可被版本化/分发/复用）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2：Skill 变现的 6 种更具体路径（可直接做一页）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下面 6 条是“围绕 skill 的真实可落地生意”，你可以按听众画像挑 2～3 个重点讲：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代练 / 定制交付（服务）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交付物：帮客户把某个工作流跑通、把 skill 写成可复用的 `SKILL.md` + 脚本/模板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包售卖（产品）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交付物：一组可组合的 skills（比如“自媒体增长包”“SaaS 运营包”），附带演示与文档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订阅更新（持续收入）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交付物：每周/月更新新版本（适配平台规则变化、模型变化、接口变化）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利用 ClawHub 的“版本化”特性，发布与迭代成本低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 &gt; 互联网补充 2：Skill 变现的 6 种更具体路径（可直接做一页）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2：Skill 变现的 6 种更具体路径（可直接做一页）（续1）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驱动的交付型外包（结果付费）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对外卖结果：比如“每周产出 20 条小红书图文+排期+复盘”，skill 是你的生产引擎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教育 / 训练营（知识付费）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“教你把 skill 养出来”：提供模板、作业、点评与落地辅导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上云（SaaS 化）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 skill 的一部分能力变成 API/产品功能（见下一章 SaaS 结合）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 &gt; 互联网补充 2：Skill 变现的 6 种更具体路径（可直接做一页）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3：从“代练”到“产品化”的常见路径（你原来的逻辑保留）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建议把变现分成两类，讲起来更清楚：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窗口钱（服务型）：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帮别人“代练” Agent / 搭工作流 / 定制 skill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特点：交付快、现金流快，但依赖个人精力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长期钱（产品型）：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把可复用能力标准化成：模板、技能包、订阅服务、SaaS 功能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特点：前期慢，但可复利与规模化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你也可以用上一章 Mollick 的模型来解释：当 AI 能把一个原本要 10 小时的任务变成 1 小时，并且成功率足够高时，用户愿意为“节省的时间”买单——这就构成了付费意愿的底层逻辑。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06｜第五章节：第一波龙虾如何挣钱？（Skill 如何挣钱？） &gt; 互联网补充 3：从“代练”到“产品化”的常见路径（你原来的逻辑保留）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8 章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结合两类人群：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做自媒体的小伙伴（可交流）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 SaaS 产品的小伙伴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与龙虾（Agent）结合的两点：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借大事 / 借小事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以我自己的产品为例：最早就是“借龙虾的事”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关键：要给龙虾做嫁衣，先“去自己化”，别一开始就想着建自己的生态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做自己的生态：让自己的龙虾也多一个 channel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优先级建议：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先做第 1 点，再做第 2 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呼应第 1 章：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龙虾之所以能火，一个重要原因就是它多了 channel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给产品也配上 channel，是很好的破局之道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1：OpenClaw 的定位决定了“怎么结合”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在 README/FAQ 里都反复强调：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它是运行在你设备上的 personal AI assistant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是 always-on control plane（控制面），而 assistant 才是产品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这句话翻译成 SaaS 语言就是：OpenClaw 更像一层“可编排的控制平面”，可以把你的 SaaS 接到用户常用的聊天入口上，让用户通过 channel 使用你服务的能力。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互联网补充 1：OpenClaw 的定位决定了“怎么结合”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2：SaaS × OpenClaw 的 5 种具体结合方式（从轻到重）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把你的 SaaS 当作“一个 tool/skill”接入（最轻）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形式：写一个 skill，让 agent 能调用你的 SaaS API（查询/创建/更新/报表/导出）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价值：用户直接在 Telegram/飞书/微信等入口完成操作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把你的 SaaS 变成“工作流的中间站”（更贴近真实业务）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形式：OpenClaw 负责“收集需求→拆解→调用工具”，SaaS 负责“存储/协作/审批/可视化”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 OpenClaw 变成你的“多渠道前台”（channel-first）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形式：你不先做复杂 UI，而是先用 channel 做 MVP：用户发消息 → agent 帮他完成任务 → 回传结果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适用：早期验证、获客、提高留存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互联网补充 2：SaaS × OpenClaw 的 5 种具体结合方式（从轻到重）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2：SaaS × OpenClaw 的 5 种具体结合方式（从轻到重）（续1）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 OpenClaw 的 Gateway HTTP 能力做“可控的自动化入口”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Gateway 暴露 `POST /tools/invoke`，允许通过 HTTP 直接调用单个 tool（仍受 gateway auth 与 tool policy 约束）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你可以把它当作“受控的自动化执行器”：从你的 SaaS 服务器触发某个工具执行（例如批量抓取、生成、同步）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引用：Tools Invoke API：https://docs.openclaw.ai/gateway/tools-invoke-http-api.md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做一体化：把你自己的“channel + gateway + agent”打包成 SaaS（最重）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这对应你原文提到的“做自己的生态，让自己的龙虾也多一个 channel”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互联网补充 2：SaaS × OpenClaw 的 5 种具体结合方式（从轻到重）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 3：为什么“channel 是破局点”（更贴近 OpenClaw 特色）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 Features/Architecture 强调：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channel 是“使用频率”的放大器（用户在聊天里更高频触达）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作为单点真相（single source of truth）负责路由、会话与工具调用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把这翻译成 SaaS 语言：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先借势已有 channel：用现成渠道把用户拉到你这套工作流里（低摩擦）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再做自己的 channel：当你有了稳定工作流与留存理由，再把入口做进产品（更强粘性）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07｜第六个话题：SaaS 产品如何突围？（SaaS 如何和龙虾/OpenClaw 结合？） &gt; 互联网补充 3：为什么“channel 是破局点”（更贴近 OpenClaw 特色）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9 章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08.1 企业早抓的本质：先抢“入口”和“流程主导权”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企业做 AI，不是为了多一个聊天机器人，而是为了更快地把关键流程变成：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随时可触达（channel）：员工/客户用消息入口触发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可编排（control plane）：把“信息 → 决策 → 执行 → 回传”串起来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可审计（governance）：能追溯、能限权、能回滚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的官方表述非常接近这个企业解释：它强调 Gateway 是 always-on control plane（控制面），assistant 才是产品；并且能接入你已经在用的消息面（messaging surfaces）。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 &gt; 08.1 企业早抓的本质：先抢“入口”和“流程主导权”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08.2 企业落地最小闭环（推荐 2 周内做出来）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不要从“做一个万能机器人”开始，企业落地建议按最小闭环：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选一个高频入口：飞书 / Slack / WhatsApp / Telegram（你们真实在用的）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选一个高频场景（建议从“纯文本+低风险”起）：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客服/工单分流与总结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销售线索分拣与跟进提醒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运营日报/周报自动生成（汇总各系统数据）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设一个硬指标：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首响时间（FRT）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 &gt; 08.2 企业落地最小闭环（推荐 2 周内做出来）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08.2 企业落地最小闭环（推荐 2 周内做出来）（续1）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人均处理单量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跟进完成率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报表产出耗时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 &gt; 08.2 企业落地最小闭环（推荐 2 周内做出来）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08.3 风险与治理：企业敢用的关键，是“默认安全”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企业更早抓紧龙虾的前提是安全边界清晰。OpenClaw 的安全文档强调它的信任模型是“个人助手/单信任边界”，如果要多人/多团队使用，需要拆分信任边界（多网关/多账号/多隔离）并做权限治理。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同时它提供了可操作的安全审计命令（`openclaw security audit`）帮助排雷。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 &gt; 08.3 风险与治理：企业敢用的关键，是“默认安全”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08.4 企业“可复制”的组织打法：多 Agent = 多岗位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你可以把“龙虾团队”讲成企业最熟悉的结构：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SalesOps Agent：线索分拣、跟进、邮件/话术草拟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SupportOps Agent：工单分类、回复草拟、升级/关闭建议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GrowthOps Agent：内容日历、渠道分发、数据复盘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Dev/IT Agent：技能开发、系统对接、自动化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的 Multi-Agent Routing 文档强调：多 agent 是“隔离的 brain”（独立 workspace/state/sessions），这正是企业“岗位隔离”的工程基础。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08｜企业为什么要更早抓紧龙虾？（2B 总论） &gt; 08.4 企业“可复制”的组织打法：多 Agent = 多岗位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10 章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09.1 典型 SaaS 痛点（高频且可量化）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线索多但无效：没人分拣、没人快速跟进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客服压力大：FAQ 重复、工单总结慢、升级不及时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运营复盘慢：数据分散在多个系统，周报要人肉拼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交付与续费靠人：客户健康度不可见、流失预警晚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 &gt; 09.1 典型 SaaS 痛点（高频且可量化）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09.2 结合方式（按落地难度从轻到重）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把你的 SaaS API 封装成 skill（最快）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让 agent 能“查客户/查订单/查用量/开工单/更新状态/导出报表”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channel-first 做 MVP（获客最快）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用户在飞书/Telegram 里发一句话 → agent 通过你的 API 完成任务 → 回传结果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 OpenClaw 当“自动化执行器”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你的 SaaS 服务器通过 `POST /tools/invoke` 触发某个工具执行（仍受网关鉴权+工具策略限制）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 &gt; 09.2 结合方式（按落地难度从轻到重）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09.3 3 个 SaaS 实战剧本（可直接照做）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A｜线索分拣 + 跟进提醒（SalesOps）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输入：渠道私信/表单/邮件线索（文本即可）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龙虾做：提取意向点 → 打标签（行业/预算/紧急度）→ 生成 2 版跟进话术 → 设定跟进节奏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人做：最终确认发送、关键客户人工跟进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效果指标：首响时间、跟进完成率、有效线索占比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B｜客服工单“分流-草拟-总结”（SupportOps）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输入：客户聊天记录/截图/语音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龙虾做：问题归类 → 生成回复草稿（含必要信息收集）→ 输出工单总结与下一步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 &gt; 09.3 3 个 SaaS 实战剧本（可直接照做）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09.3 3 个 SaaS 实战剧本（可直接照做）（续1）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人做：审核发送、必要时升级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可选：开启 inbound media understanding，把语音/图片先摘要成文本再走流程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C｜运营日报/周报自动化（GrowthOps）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输入：多个系统的零散数据、会议纪要、渠道反馈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龙虾做：每天定时拉取/汇总 → 输出“结论 + 异常 + 建议动作”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实现：用 Gateway 的 cron job 让它每天固定时间跑一次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 &gt; 09.3 3 个 SaaS 实战剧本（可直接照做）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09.4 SaaS 预期效果怎么讲（别用空话，用指标）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你可以把“效果”讲成三类可量化变化（不承诺具体数值，承诺测量方法）：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速度：首响时间、报价/工单处理时长、报表产出时长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产能：人均处理单量、人均跟进数、内容产出频率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质量：一次解决率、升级率、重复问题占比、客户满意度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09｜SaaS 企业：怎么和龙虾/OpenClaw 结合（实战 + 效果） &gt; 09.4 SaaS 预期效果怎么讲（别用空话，用指标）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11 章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10.1 外贸电商的“高价值环节”在哪里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询盘（RFQ）响应速度：晚 2 小时可能就丢单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多语言沟通与信息收集：参数、交期、付款、物流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报价与跟进：报价单/PI/条款说明 + 持续 follow-up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资料与合规：装箱单、发票、报关材料（先从文本模板自动化开始）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 &gt; 10.1 外贸电商的“高价值环节”在哪里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10.2 实战工作流（建议先从 WhatsApp/邮件线索开始）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工作流｜询盘自动结构化 → 报价草拟 → 跟进节奏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客户发来询盘（文本/语音/截图都可能）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龙虾先做“结构化字段”：产品、数量、规格、目标价、交期、目的港、认证要求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 2 份结果：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给销售：一页“关键信息 + 缺失问题清单”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给客户：一版“确认问题 + 下一步”英文/目标语种草稿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报价单/PI：用模板填充（先让龙虾产出表格/Markdown，再落到你们现有系统）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跟进：用 cron job 设置 24h/72h follow-up 提醒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 &gt; 10.2 实战工作流（建议先从 WhatsApp/邮件线索开始）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10.3 预期效果（建议你现场用这 4 个指标讲）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FRT：询盘首响时间（分钟/小时）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 TAT：从询盘到可发报价的耗时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完成率：该跟的是否都跟了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信息缺失率：第一次回复能否把关键字段收齐（少来回=更快成交）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10｜外贸电商：询盘到订单的龙虾打法（实战 + 效果） &gt; 10.3 预期效果（建议你现场用这 4 个指标讲）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12 章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11.1 独立站品牌最“烧钱”的 3 件事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付费投放：素材与文案迭代慢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内容与 SEO：持续产出难，站内页面更新慢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客服与口碑：重复问题多，售后拖慢复购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 &gt; 11.1 独立站品牌最“烧钱”的 3 件事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11.2 实战剧本（独立站最适合用“多 Agent 分工”跑流水线）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A｜广告素材与文案工厂（GrowthOps + CreativeOps）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输入：产品卖点、用户评价、竞品对比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龙虾产出：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个广告角度（痛点/人群/场景）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每个角度 3 条短文案 + 1 条长文案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UGC 口播脚本（15s/30s/60s）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人做：选角度、投放测试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效果指标：素材迭代频率、测试轮数、CTR/CVR 的提升速度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 &gt; 11.2 实战剧本（独立站最适合用“多 Agent 分工”跑流水线）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11.2 实战剧本（独立站最适合用“多 Agent 分工”跑流水线）（续1）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B｜客服知识库 + 回复宏（SupportOps）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输入：历史客服对话/差评/退货原因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龙虾产出：FAQ 分类、标准回复宏、升级条件（什么时候必须人工介入）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效果指标：一次解决率、人工介入比例、响应时长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剧本 C｜周度复盘（GrowthOps）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输出：一页“本周增长结论 + 三个实验建议 + 下周内容/投放计划”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 cron job 固定每周生成，减少“复盘拖延”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11｜独立站品牌：内容-投放-客服-复盘一体化（实战 + 效果） &gt; 11.2 实战剧本（独立站最适合用“多 Agent 分工”跑流水线）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13 章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 MCN 的瓶颈不是创意，是“周转率”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MCN 赚钱靠稳定产出与爆款概率，但日常最卡的往往是：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选题靠感觉，不可复用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脚本与口播来回改，版本混乱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一条内容要多平台改写，重复劳动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复盘不成体系，下一次还踩同样坑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 &gt; 12.1 MCN 的瓶颈不是创意，是“周转率”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12.2 实战组织结构（一个 MCN = 一个多 Agent 小团队）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 Agent：选题库、选题评审、拍摄清单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Agent：脚本/标题/钩子、口播稿、分镜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Editing Agent：金句点位、字幕要点、封面文案（可接你们剪辑工具链）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Agent：多平台分发排期、数据汇总、复盘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 &gt; 12.2 实战组织结构（一个 MCN = 一个多 Agent 小团队）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12.3 实战工作流（你可以把它讲成 SOP）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每天固定时间跑“热榜/竞品监测 → 选题候选”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选题入库（标题、目标人群、核心冲突、3 个钩子）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脚本生成（15s/30s/60s 版本）+ 分镜（可选）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发布后自动复盘：把数据汇总成“结论 + 下一轮动作”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 cron jobs 定时触发（选题/复盘）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 hooks 做事件触发（比如发 `/new` 或某个命令时自动写入复盘文件）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 &gt; 12.3 实战工作流（你可以把它讲成 SOP）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12.4 预期效果（MCN 讲这 3 个就够）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内容周转率：从选题到发布的平均周期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复用率：脚本/标题/模板被复用的次数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产出稳定性：每周稳定发布数量（爆款概率=基数×质量）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12｜MCN 机构：选题-脚本-制作-分发的龙虾流水线（实战 + 效果） &gt; 12.4 预期效果（MCN 讲这 3 个就够）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14 章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原始要点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变现有门道，路径不止一种，例如：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本身收费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按用户画像设计变现方式（下面三类是重点）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 &gt; 原始要点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用户画像（3 类）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知识付费群体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有能力者（如技术人）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自有产品者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这类用户开发后，希望顺便变现，实现自用与好用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 &gt; 用户画像（3 类）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互联网补充：按画像设计“价格锚点”（更易成交）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知识付费群体：卖“结果”和“确定性”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定价锚点：少走弯路 / 提升交付质量 / 快速复制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形态：训练营、模板包、案例库、陪跑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有能力者（技术人）：卖“可控性”和“可扩展”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定价锚点：节省工程时间 / 提升自动化覆盖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形态：可自托管方案、可插拔 skills、可观测与可调试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自有产品者：卖“增长杠杆”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定价锚点：新增入口（channel）/ 提升留存 / 降低获客成本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 &gt; 互联网补充：按画像设计“价格锚点”（更易成交）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互联网补充：按画像设计“价格锚点”（更易成交）（续1）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形态：嵌入式 agent、工作流插件、增值 API、企业版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13｜最后：如何变现？ &gt; 互联网补充：按画像设计“价格锚点”（更易成交）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15 章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要点提炼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Docs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README: https://github.com/openclaw/openclaw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Vision: https://github.com/openclaw/openclaw/blob/main/VISION.md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Lore: https://docs.openclaw.ai/start/lore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FAQ: https://docs.openclaw.ai/help/faq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Features: https://docs.openclaw.ai/concepts/features.md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 Architecture: https://docs.openclaw.ai/concepts/architecture.md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Skills: https://docs.openclaw.ai/tools/skills.md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要点提炼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ClawHub: https://docs.openclaw.ai/tools/clawhub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Invoke API: https://docs.openclaw.ai/gateway/tools-invoke-http-api.md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jobs: https://docs.openclaw.ai/automation/cron-jobs.md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Hooks: https://docs.openclaw.ai/automation/hooks.md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understanding: https://docs.openclaw.ai/nodes/media-understanding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Security: https://docs.openclaw.ai/gateway/security/index.md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Routing: https://docs.openclaw.ai/concepts/multi-agent.md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Loop: https://docs.openclaw.ai/concepts/agent-loop.md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参考资料（互联网来源）（续2）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要点提炼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Memory: https://docs.openclaw.ai/concepts/memory.md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Ethan Mollick（One Useful Thing）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as AI superpower: https://www.oneusefulthing.org/p/management-as-ai-superpower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参考资料（互联网来源）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 16 章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A.1 ToC（个人/副业/在岗）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来源：腾讯云开发者社区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链接：https://cloud.tencent.com/developer/article/2628308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画像：想“偶尔放纵又不想胖”的个人用户；对优惠券/活动敏感。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一句话价值：一句“帮我领个券”，AI 能自动领到优惠券并给出控热量的点餐组合建议。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可复制 SOP：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安装 `mcd` Skill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登录麦当劳 MCP 平台生成 `token`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在聊天通道发送 `/new` 激活会话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A.1 ToC（个人/副业/在岗）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A.1 ToC（个人/副业/在岗）（续1）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对话示例：`帮我领个券` / `最近有什么活动？` / `我想吃板烧，帮我组合一下让我能吃饱，顺便控热量`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交付物：优惠券领取结果、活动清单、两套套餐方案（含卡路里标注）。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指标建议：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领取优惠券张数（文中提到一次领到 5 张）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选餐决策时间（从“翻来翻去”降到 1-2 轮对话）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踩坑/注意：涉及账号/凭证（token），必须强调“只在可信环境提供、最小权限、用完即换”。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链接：https://cloud.tencent.com/developer/article/2631336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画像：信息过载的散户/副业投资者；希望“过滤垃圾信息、直接给结论”。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A.1 ToC（个人/副业/在岗）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A.1 ToC（个人/副业/在岗）（续2）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一句话价值：结合实时行情 API 与自动化调度，个人也能快速搭建“专属股票分析系统”。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明确输入：关注标的/行业、风险偏好、更新频率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接入实时行情 API（按文章方案）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设定每日/每小时调度：拉取行情→筛选→输出结论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输出格式固定：`今日关注清单 + 触发原因 + 风险提示 + 明日观察点`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交付物：手机端可查看的最新行情与筛选结果（文章描述）。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每日节省信息筛选时间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关注标的命中率（用回测/人工记录，不承诺收益）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A.1 ToC（个人/副业/在岗）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A.1 ToC（个人/副业/在岗）（续3）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踩坑/注意：课程里必须加“仅供学习，不构成投资建议；避免用高收益噱头”。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链接：https://cloud.tencent.com/developer/article/2628079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画像：没有 Mac Mini 也想用 OpenClaw 的个人用户；需要随时随地用手机驱动任务。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一句话价值：把 Skill 部署在云端，通过飞书把 iPhone 变成入口，实现“低成本也能跑通”。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云端部署 OpenClaw/Skills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配置飞书接入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在飞书里用指令驱动手机相关任务（按文中思路扩展到提醒/日程/备忘等）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交付物：手机端可触发的自动化能力（文章为思路与实践）。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A.1 ToC（个人/副业/在岗）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A.1 ToC（个人/副业/在岗）（续4）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指标建议：随时触发任务成功率、减少设备依赖成本。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A.1 ToC（个人/副业/在岗）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A.2 自媒体（内容生产/发布自动化）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来源：腾讯云开发者社区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链接：https://cloud.tencent.com/developer/article/2629870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画像：小红书运营/个人博主；缺人手，想把“发帖”变成流水线。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一句话价值：一句“今天有什么热点？帮我写个帖子发出去”，AI 自动完成追热点、写文案、生成封面并发布。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可复制 SOP：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安装 `xhs` Skill（文中写 30 秒安装）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在聊天通道 `/new` 激活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电脑端登录小红书获取 Cookie（F12→复制 cookie）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A.2 自媒体（内容生产/发布自动化）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A.2 自媒体（内容生产/发布自动化）（续1）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指令示例：`使用小红书技能，帮我用cookie登录小红书` → `今天有什么热点？帮我写个帖子发出去`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交付物：完整小红书笔记（含封面图），并完成发布。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指标建议：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从选题到发布耗时（文章强调“全自动”）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日更数量/周更数量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踩坑/强提醒（必须写进课件）：文章 3.10 更新明确提示：平台将治理 AI 托管类账号（限流/警告/封禁），仅作技术分享，谨慎使用。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A.2 自媒体（内容生产/发布自动化）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A.3 ToB（企业/团队）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来源：腾讯云开发者社区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链接：https://cloud.tencent.com/developer/article/2631667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画像：企业/团队使用飞书文档、表格、Wiki；需要自动生成文档、分配权限、导出文件。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一句话价值：给飞书机器人开通 docx/docs 等权限后，OpenClaw 可以创建/编辑文档、管理权限、导出 PDF。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可复制 SOP：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飞书开放平台 → 自建应用 → 权限管理 → 开通云文档相关权限（文中建议同时开 `docx` + `docs`）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回到飞书对话：`创建一个文档，介绍一下飞书云文档是什么`（示例提示词在文中）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权限不够时：`这个文档我好像没有编辑权限，给我授权一下`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A.3 ToB（企业/团队）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A.3 ToB（企业/团队）（续1）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需要交付文件：`帮我把这个文档导出为PDF，然后发给我吧`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交付物：文档链接、权限设置结果、导出的 PDF。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指标建议：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文档产出时间（从 30-60 分钟 → 3-5 分钟）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权限/导出操作减少的人工步骤数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踩坑/注意：权限配置容易过度授权；建议按“最小权限”开通，重要动作加人工确认。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链接：https://cloud.tencent.com/developer/article/2634569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备注：该页面反爬导致正文抽取不完整；可作为“标题级索引案例”先入库，后续手动打开补全 SOP 后再升级为可教案例。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A.3 ToB（企业/团队）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A.4 百度检索关键词（可复用）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自媒体/小红书：`OpenClaw 小红书 自动 发帖 skill`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ToC/麦当劳：`OpenClaw 麦当劳 营养师 Skill`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ToC/选股：`OpenClaw 选股 skill 案例`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ToB/飞书：`OpenClaw 飞书 全家桶 Skill 案例`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A.4 百度检索关键词（可复用）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A.5 国内案例信源（引用清单）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" cy="3314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795528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腾讯云开发者社区：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https://cloud.tencent.com/developer/article/2628308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https://cloud.tencent.com/developer/article/2631336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https://cloud.tencent.com/developer/article/2628079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https://cloud.tencent.com/developer/article/2629870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https://cloud.tencent.com/developer/article/2631667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https://cloud.tencent.com/developer/article/2634569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附录A｜国内检索案例库（百度检索 + 打开核验） &gt; A.5 国内案例信源（引用清单）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293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587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2881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14688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857625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00563"/>
            <a:ext cx="9144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收尾 &amp; Q&amp;A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先选 1 个场景跑通端到端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把输入模板/输出/验收写进文件（复利）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高风险动作默认加人工确认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从可用 → 可复制 → 可交付 → 可变现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234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· OpenClaw 龙虾框架课程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龙虾框架分享：从基础应用到商业变现</dc:title>
  <dc:subject>PptxGenJS Presentation</dc:subject>
  <dc:creator>OpenClaw</dc:creator>
  <cp:lastModifiedBy>OpenClaw</cp:lastModifiedBy>
  <cp:revision>1</cp:revision>
  <dcterms:created xsi:type="dcterms:W3CDTF">2026-03-11T03:54:34Z</dcterms:created>
  <dcterms:modified xsi:type="dcterms:W3CDTF">2026-03-11T03:54:34Z</dcterms:modified>
</cp:coreProperties>
</file>