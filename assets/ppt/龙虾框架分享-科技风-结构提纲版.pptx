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91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434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1417320"/>
            <a:ext cx="8010144" cy="246888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1627632"/>
            <a:ext cx="7095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龙虾框架分享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1024128" y="2359152"/>
            <a:ext cx="709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从基础应用到商业变现（科技风·结构提纲版）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24128" y="2788920"/>
            <a:ext cx="7095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只展示关键结构与抓手：不塞细节。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/ 龙虾框架大课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91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434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00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课程架构（放在目录前）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66928" y="960120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参考你发的截图：分部分 → 章 → 节 → 小节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1417320"/>
            <a:ext cx="3822192" cy="566928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1545336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第一部分：学前须知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1417320"/>
            <a:ext cx="3822192" cy="566928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545336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第二部分：认知铺垫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" y="2185416"/>
            <a:ext cx="3822192" cy="566928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FB923C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2313432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第三部分：学习准备阶段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2185416"/>
            <a:ext cx="3822192" cy="566928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313432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第四部分：核心能力养成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6928" y="2953512"/>
            <a:ext cx="3822192" cy="566928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60A5FA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" y="3081528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第五部分：商业变现路径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2953512"/>
            <a:ext cx="3822192" cy="566928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F87171">
                <a:alpha val="9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081528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第六部分：行业实战剧本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66928" y="3721608"/>
            <a:ext cx="3822192" cy="566928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3849624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第七部分：收尾与转化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建议：这一页放在“课程目录”之前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91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434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00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关键抓手：三层展示结构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66928" y="960120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让听众从“好酷”变成“我也能照着做”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1417320"/>
            <a:ext cx="8010144" cy="960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161848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64208" y="1618488"/>
            <a:ext cx="6684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**单点技能（1 分钟）**：搜索/转写/生成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66928" y="2578608"/>
            <a:ext cx="8010144" cy="960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277977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664208" y="2779776"/>
            <a:ext cx="6684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**小工作流（3 分钟）**：输入→处理→输出（例如：转写→清理口癖→摘要→发布）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66928" y="3739896"/>
            <a:ext cx="8010144" cy="960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FB923C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" y="394106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664208" y="3941064"/>
            <a:ext cx="6684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**端到端交付（5 分钟）**：带一个真实任务，从需求到最终交付（含失败重试与边界条件）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现场演示建议直接跑到第 3 层：端到端交付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91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434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00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目录层级（Level 1 → Level 4）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66928" y="960120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只做结构展示，细节用口播/讲稿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1417320"/>
            <a:ext cx="8010144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FB923C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9848" y="1691640"/>
            <a:ext cx="70043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1：部分（Part）— 课程节奏与阶段目标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2：章节（Chapter）— 讲清楚一个关键主题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3：小节（Section）— 结构化拆解（why/what/how/metric）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4：子点（Subpoint）— 示例/工具/注意事项（尽量不塞进 PPT）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69848" y="3977640"/>
            <a:ext cx="7004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示例：第二部分（认知铺垫）→ Ch.02（能干什么）→ 小节：三层展示结构 → 子点：Demo 任务脚本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你给的反馈核心：把骨架讲清楚，不堆细节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91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434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00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课程目录（章节/小节）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66928" y="960120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只列标题，不放正文细节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1417320"/>
            <a:ext cx="8010144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60A5FA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" y="1664208"/>
            <a:ext cx="718718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📋 课程架构总览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00｜学前须知：学员指南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课程定位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适合人群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学完你能得到什么（可验收）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章节目标一览（课件版）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使用建议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01｜第一章节：龙虾是什么？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你要讲的"真实起因"（可直接当演讲素材）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互联网补充：你说的"后面那几个"也补进来（出圈事件 + 大迁移）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互联网补充：OpenClaw 的"框架"（你第一章要讲的系统结构）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原始要点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互联网补充：什么叫"channel / 最后一公里"？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可直接复用的"龙虾框架（定义版）"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02｜第二章节：龙虾能干什么？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原始要点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互联网补充：Skill 的"产品化定义"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建议展示方式：从"点技能"升级到"端到端结果"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03｜第三章节：如何养成这样的龙虾？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原始要点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互联网补充：为什么"写进文件"才算养成？（Memory / Workspace）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一套更可操作的"养龙虾路线图"（从新手到可商用）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目录页 1/4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91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434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00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课程目录（续1）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66928" y="960120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只列标题，不放正文细节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1417320"/>
            <a:ext cx="8010144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60A5FA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" y="1664208"/>
            <a:ext cx="718718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04｜组织变革：从超级个体到一人公司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原始要点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互联网补充：Multi-Agent 的"隔离"是组织成立的前提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可直接拿来讲的"组织架构 3 套模板"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05｜第四章：Agent 与人机结合（先别急着做）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原始要点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互联网补充 1：Agent Loop 视角--"人机结合"其实是流水线设计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互联网补充 2：什么时候该"委派给 AI"？（管理学视角）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"双 S SOP"建议写法（更落地）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06｜第五章节：第一波龙虾如何挣钱？（Skill 如何挣钱？）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原始要点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互联网补充 1：为什么"Skill 能挣钱"（因为它天然可被版本化/分发/复用）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互联网补充 2：Skill 变现的 6 种更具体路径（可直接做一页）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互联网补充 3：从"代练"到"产品化"的常见路径（你原来的逻辑保留）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07｜第六个话题：SaaS 产品如何突围？（SaaS 如何和龙虾/OpenClaw 结合？）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原始要点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互联网补充 1：OpenClaw 的定位决定了"怎么结合"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互联网补充 2：SaaS × OpenClaw 的 5 种具体结合方式（从轻到重）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互联网补充 3：为什么"channel 是破局点"（更贴近 OpenClaw 特色）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08｜企业为什么要更早抓紧龙虾？（2B 总论）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08.1 企业早抓的本质：先抢"入口"和"流程主导权"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08.2 企业落地最小闭环（推荐 2 周内做出来）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目录页 2/4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91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434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00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课程目录（续2）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66928" y="960120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只列标题，不放正文细节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1417320"/>
            <a:ext cx="8010144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60A5FA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" y="1664208"/>
            <a:ext cx="718718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08.3 风险与治理：企业敢用的关键，是"默认安全"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08.4 企业"可复制"的组织打法：多 Agent = 多岗位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09｜SaaS 企业：怎么和龙虾/OpenClaw 结合（实战 + 效果）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09.1 典型 SaaS 痛点（高频且可量化）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09.2 结合方式（按落地难度从轻到重）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09.3 3 个 SaaS 实战剧本（可直接照做）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09.4 SaaS 预期效果怎么讲（别用空话，用指标）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10｜外贸电商：询盘到订单的龙虾打法（实战 + 效果）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10.1 外贸电商的"高价值环节"在哪里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10.2 实战工作流（建议先从 WhatsApp/邮件线索开始）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10.3 预期效果（建议你现场用这 4 个指标讲）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11｜独立站品牌：内容-投放-客服-复盘一体化（实战 + 效果）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11.1 独立站品牌最"烧钱"的 3 件事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11.2 实战剧本（独立站最适合用"多 Agent 分工"跑流水线）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12｜MCN 机构：选题-脚本-制作-分发的龙虾流水线（实战 + 效果）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12.1 MCN 的瓶颈不是创意，是"周转率"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12.2 实战组织结构（一个 MCN = 一个多 Agent 小团队）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12.3 实战工作流（你可以把它讲成 SOP）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12.4 预期效果（MCN 讲这 3 个就够）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13｜最后：如何变现？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原始要点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用户画像（3 类）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目录页 3/4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91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434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00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课程目录（续3）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66928" y="960120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只列标题，不放正文细节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1417320"/>
            <a:ext cx="8010144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60A5FA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" y="1664208"/>
            <a:ext cx="718718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互联网补充：按画像设计"价格锚点"（更易成交）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参考资料（互联网来源）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目录页 4/4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91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434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00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第一部分：学前须知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66928" y="960120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只列本部分的章/节标题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1417320"/>
            <a:ext cx="8010144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9848" y="1664208"/>
            <a:ext cx="700430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一）学员指南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第一部分：学前须知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91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434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00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第二部分：认知铺垫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66928" y="960120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只列本部分的章/节标题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1417320"/>
            <a:ext cx="8010144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9848" y="1664208"/>
            <a:ext cx="700430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一）龙虾是什么？（Ch.01）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起源与出圈事件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框架四件套：Channel → Gateway → Skills → Workspace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为什么不是"聊天机器人"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二）龙虾能干什么？（Ch.02）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三层展示结构：单点技能 → 小工作流 → 端到端交付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Skill 的产品化定义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三）真实案例：数据爆发式增长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四）这门课能给你什么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第二部分：认知铺垫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91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434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00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第三部分：学习准备阶段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66928" y="960120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只列本部分的章/节标题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1417320"/>
            <a:ext cx="8010144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FB923C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9848" y="1664208"/>
            <a:ext cx="700430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一）准备工作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准备云服务器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直接购买腾讯云服务器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白嫖腾讯云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准备算力模型（API Key）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开始部署 OpenClaw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二）注册各平台账号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公众号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小红书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视频号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抖音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第三部分：学习准备阶段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91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434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00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第四部分：核心能力养成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66928" y="960120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只列本部分的章/节标题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1417320"/>
            <a:ext cx="8010144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9848" y="1664208"/>
            <a:ext cx="700430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一）如何养成龙虾（Ch.03）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Memory / Workspace：写进文件才算养成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养龙虾路线图（新手 → 可商用）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二）组织变革：从超级个体到一人公司（Ch.04）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多 Agent 的职责边界与路由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3 套组织架构模板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三）Agent 与人机结合（Ch.05）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Agent Loop 流水线设计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什么环节必须人工确认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"双 S SOP"写法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第四部分：核心能力养成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91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434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00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第五部分：商业变现路径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66928" y="960120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只列本部分的章/节标题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1417320"/>
            <a:ext cx="8010144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60A5FA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9848" y="1664208"/>
            <a:ext cx="700430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一）Skill 如何挣钱（Ch.06）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Skill 变现 6 种路径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从"代练"到"产品化"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二）SaaS 产品如何突围（Ch.07）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SaaS × OpenClaw 5 种结合方式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Channel 是破局点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三）企业为什么要更早抓紧龙虾（Ch.08）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先抢"入口"和"流程主导权"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企业落地最小闭环（2 周）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风险与治理：默认安全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第五部分：商业变现路径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91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434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00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第六部分：行业实战剧本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66928" y="960120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只列本部分的章/节标题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1417320"/>
            <a:ext cx="8010144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F87171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9848" y="1664208"/>
            <a:ext cx="700430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一）SaaS 企业实战（Ch.09）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二）外贸电商实战（Ch.10）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三）独立站品牌实战（Ch.11）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四）MCN 机构实战（Ch.12）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第六部分：行业实战剧本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91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434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00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第七部分：收尾与转化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66928" y="960120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只列本部分的章/节标题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1417320"/>
            <a:ext cx="8010144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9848" y="1664208"/>
            <a:ext cx="700430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一）如何变现（Ch.13）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用户画像（3 类）&amp; 价格锚点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模板包 / 陪跑 / 定制实施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附录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第七部分：收尾与转化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91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434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00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收尾（给行动路径）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66928" y="960120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让听众知道下一步怎么做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1417320"/>
            <a:ext cx="8010144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9848" y="1664208"/>
            <a:ext cx="700430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用“三层展示结构”做一次 Demo（单点 → 小工作流 → 端到端）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沉淀：把输入/输出/验收写进文件（SOP/模板）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做安全边界：账号/权限/自动发布默认加人工确认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需要团队落地：按岗位拆 Multi-Agent，2 周做最小闭环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龙虾框架分享（科技风·结构提纲版）</dc:title>
  <dc:subject>PptxGenJS Presentation</dc:subject>
  <dc:creator>OpenClaw</dc:creator>
  <cp:lastModifiedBy>OpenClaw</cp:lastModifiedBy>
  <cp:revision>1</cp:revision>
  <dcterms:created xsi:type="dcterms:W3CDTF">2026-03-11T06:04:46Z</dcterms:created>
  <dcterms:modified xsi:type="dcterms:W3CDTF">2026-03-11T06:04:46Z</dcterms:modified>
</cp:coreProperties>
</file>