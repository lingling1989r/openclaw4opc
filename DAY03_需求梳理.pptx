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21295C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需求梳理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从宏观到微观，找到真正的痛点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1A2E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知识分享系列课程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导读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为什么要梳理需求？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8229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28600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很多人觉得一上来就应该先动手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但往往没有真正思考过自己要用它来做什么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目的是什么，反正别人做我也做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梳理需求后有两个好处：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去找团队时，报价都能砍半价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你知道你要什么了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谈需求的大纲领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109728" cy="32918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先盘宏观需求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再盘微观需求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行业需求一直是在的，变的只是产品形态和交互方式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93192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80160"/>
            <a:ext cx="109728" cy="32918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029200" y="19202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先谈行业逻辑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再谈个人需求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0" y="274320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先盘点自己在这个岗位上的价值是什么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 宏观行业需求分析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先盘宏观需求，再盘微观需求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8229600" cy="1280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在技术革新和创新过程中，我们的工作方式肯定也会发生变化。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不变的是行业需求——大家还是需要剪辑，只是形态变了。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商业模式在变更，技术在迭代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产品形态和交互方式都可能发生很大变化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先谈行业逻辑，业务的沉淀是有的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技术小伙伴可以直接去做，先去卖「铲子」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 微观个人需求梳理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盘点过去的工作流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每一次有新技术的时候，老板都会要求大家去盘自己手头的业务。这个是大家不愿意花时间的。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7373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19456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先谈谈需求，把需求给梳理出来。相比起去看技能(skill)，它可能今天变明天变。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 工作流分析与优化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7315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个人的价值定位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931920" cy="2194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岗位价值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你在这个岗位上原本要搜集材料，AI可以做了，就可以「拜拜」了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828800"/>
            <a:ext cx="3931920" cy="21945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20116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差异性价值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24688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同样是做这个岗位，别人拿不下的单子，你能拿下。别人做不下来的东西你能做。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我们一定是一个 Creator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「Create more, consume less」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我们人人都是 Creator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以后人人都是创作者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自然语言是交互的方式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交付的每个东西都是你的 output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用嘴巴就能推动它，包括思考过程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那大家的差异化在哪儿？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82296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630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把行业对标拿出来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找到你觉得比较好的产出是长什么样子的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只要能找到这个具象化的产出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它好在哪里，让 AI 去学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你就学会了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明天又有更好用的，先把需求梳理出来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C7293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21295C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行动时刻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今天就动手</a:t>
            </a:r>
            <a:endParaRPr lang="en-US" sz="4400" dirty="0"/>
          </a:p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梳理你的需求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先盘宏观，再盘微观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先谈行业，再谈自己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1A2E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扫码添加微信：aoxueluoluo，加群围观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第三章：需求梳理</dc:title>
  <dc:subject>PptxGenJS Presentation</dc:subject>
  <dc:creator>OpenClaw</dc:creator>
  <cp:lastModifiedBy>OpenClaw</cp:lastModifiedBy>
  <cp:revision>1</cp:revision>
  <dcterms:created xsi:type="dcterms:W3CDTF">2026-03-05T14:26:48Z</dcterms:created>
  <dcterms:modified xsi:type="dcterms:W3CDTF">2026-03-05T14:26:48Z</dcterms:modified>
</cp:coreProperties>
</file>