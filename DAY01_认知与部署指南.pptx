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D7EA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FF6B3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OpenClaw个人助理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认知与部署指南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🦞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01 · 罗傲雪 ·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为什么要讲认知篇？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群里小伙伴水平不一样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有些人已经用起来了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有些人停留在[为什么我要用它]的阶段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有些人用过豆包/ChatGPT，觉得够用了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256032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3D7E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为什么还要用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其实它是不一样的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认知跃迁：从咨询台到请到家里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560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豆包/传统AI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咨询台模式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每天跑到别人家门口问问题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你接收信息，再去操作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你动手，AI动嘴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560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请到家里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直接让它帮你干活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它操作你的电脑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你动嘴，它动手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82296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 OpenClaw，更像是你把它请到家里，让它直接帮你去做，比如打扫房间。你不用问它怎么做，只需要告诉它你想干什么，它就会帮你把事情做了。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通道才是杀手锏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7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vs AI编程工具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跑到电脑前告诉它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你需要做什么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84048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躺着也能指挥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说话就能办事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真实使用场景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114800" cy="502920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🤰 带娃  说话就能处理工作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749040"/>
            <a:ext cx="4114800" cy="50292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🚂 坐火车  手机指挥服务器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4114800" cy="502920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⛰️ 户外  随时安排任务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389120"/>
            <a:ext cx="4114800" cy="50292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🤕 生病住院  动嘴指挥龙虾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部署选择：就近原则 vs 源头原则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就近原则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搜索排第一的就用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源头原则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只看官方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三种部署方式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官方源码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扩展性强，功能全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有技术基础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云服务一键部署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门槛低，体验快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想先体验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App/第三方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下载即用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适合: 纯小白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成本参考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99元/年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阿里云/腾讯云引流款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几十元/月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mini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500元+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一次性投入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一个月几十块钱，也就是一杯奶茶钱 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章节安排：四步走计划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看案例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知道AI的边界在哪里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盘需求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知道自己要什么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每天一个Skill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从需求里挑一个跑通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多Agent模式，超级个体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4114800" cy="137160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🦞 养一只龙虾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把它养成超级个体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最终变成一人公司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开始你的OpenClaw之旅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有问题，加微信：aoxueluoluo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备注：大龙虾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OpenClaw认知与部署指南 - DAY01</dc:title>
  <dc:subject>PptxGenJS Presentation</dc:subject>
  <dc:creator>罗傲雪</dc:creator>
  <cp:lastModifiedBy>罗傲雪</cp:lastModifiedBy>
  <cp:revision>1</cp:revision>
  <dcterms:created xsi:type="dcterms:W3CDTF">2026-03-03T03:11:33Z</dcterms:created>
  <dcterms:modified xsi:type="dcterms:W3CDTF">2026-03-03T03:11:33Z</dcterms:modified>
</cp:coreProperties>
</file>