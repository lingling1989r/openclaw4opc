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3D7EA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FF6B35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🦞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OpenClaw个人助理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认知与案例指南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01 · 罗傲雪 · 2026年3月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三种模式的差别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 vs Claude Code vs OpenClaw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咨询台模式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你问问题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它给答案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你再去做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25603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在家干活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在电脑上操作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但得盯着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你看着它干活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51760" cy="2560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Channel通道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你让它干就行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可以去旅游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动嘴就办事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Channel（通道）才是杀手锏！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比喻一下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豆包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4688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像去咨询台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2801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你问问题，它给答案，你再去做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Claude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像请了个保姆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286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在家干活，但你得盯着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822960"/>
          </a:xfrm>
          <a:prstGeom prst="roundRect">
            <a:avLst/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🦞 OpenClaw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像请了个管家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3291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你让它干就行，可以去旅游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真实使用场景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4114800" cy="4572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🤰 带娃  说话就能处理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4114800"/>
            <a:ext cx="4114800" cy="4572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🚂 坐火车  手机指挥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4114800" cy="4572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09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⛰️ 户外  随时安排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617720"/>
            <a:ext cx="4114800" cy="45720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4709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🤕 生病  动嘴指挥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你适合哪种？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问问题、查资料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豆包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快速响应，无需配置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需要写代码、坐电脑前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Claude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103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编程能力强，适合开发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想要躺着指挥、随时办事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OpenClaw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Channel通道，真正的自动化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一句话：豆包=问问题 Claude Code=你看着干 OpenClaw=你玩去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部署选择：就近原则 vs 源头原则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就近原则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搜索排第一的就用 不推荐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源头原则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只看官方 推荐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三种部署方式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官方源码部署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扩展性强 | 有技术基础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云服务一键部署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门槛低 | 想先体验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App/第三方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下载即用 | 纯小白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案例篇：傅盛龙虾养成日记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明线：龙虾怎么用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8个AI同事协同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分工合作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84048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48小时139技能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84048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健康管家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监督康复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84048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7x24分析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7E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暗线：营销手法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840480" cy="38404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4630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讲故事&gt;讲功能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有说服力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28800"/>
            <a:ext cx="3840480" cy="38404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引导加群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私域沉淀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3840480" cy="38404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77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线上+线下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按头用起来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每一个大佬都会夹带私货，这是必修课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GitHub案例：别人跑通的领域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量化交易 ⭐⭐⭐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傅盛不是交易员，但可以直接学会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68580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 ⭐⭐⭐⭐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965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最成熟：选品+差异化+客服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68580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 ⭐⭐⭐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养龙虾是门手艺，值得付费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685800"/>
          </a:xfrm>
          <a:prstGeom prst="roundRect">
            <a:avLst/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⭐⭐⭐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520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需要找不封闭的平台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48640"/>
          </a:xfrm>
          <a:prstGeom prst="roundRect">
            <a:avLst/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付费确实是最快节省时间的方式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成本参考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99元/年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2331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几十元/月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777240"/>
          </a:xfrm>
          <a:prstGeom prst="round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46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 mini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500元+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一个月几十块钱，一杯奶茶钱 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四步走计划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看案例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知道AI边界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盘需求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知道自己要什么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每天一个Skill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从需求挑一个跑通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多Agent，超级个体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4114800" cy="1645920"/>
          </a:xfrm>
          <a:prstGeom prst="round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🦞 养一只龙虾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变成超级个体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最终成为一人公司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🦞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开始你的OpenClaw之旅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3291840"/>
            <a:ext cx="8229600" cy="73152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加为进围观群，加微信：aoxueluoluo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备注：大龙虾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OpenClaw认知与案例指南</dc:title>
  <dc:subject>PptxGenJS Presentation</dc:subject>
  <dc:creator>罗傲雪</dc:creator>
  <cp:lastModifiedBy>罗傲雪</cp:lastModifiedBy>
  <cp:revision>1</cp:revision>
  <dcterms:created xsi:type="dcterms:W3CDTF">2026-03-03T03:37:52Z</dcterms:created>
  <dcterms:modified xsi:type="dcterms:W3CDTF">2026-03-03T03:37:52Z</dcterms:modified>
</cp:coreProperties>
</file>