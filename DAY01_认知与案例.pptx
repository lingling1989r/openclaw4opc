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2743200" cy="2743200"/>
          </a:xfrm>
          <a:prstGeom prst="ellipse">
            <a:avLst/>
          </a:prstGeom>
          <a:solidFill>
            <a:srgbClr val="3D7EAA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3200400"/>
            <a:ext cx="3657600" cy="3657600"/>
          </a:xfrm>
          <a:prstGeom prst="ellipse">
            <a:avLst/>
          </a:prstGeom>
          <a:solidFill>
            <a:srgbClr val="FF6B35">
              <a:alpha val="6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572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🦞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OpenClaw个人助理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8F4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认知与案例指南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F4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DAY 01 · 罗傲雪 · 2026年3月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为什么要讲认知篇？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群里小伙伴水平不一样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有些人已经用起来了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有些人停留在[为什么我要用它]的阶段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有些人用过豆包/ChatGPT，觉得够用了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371600"/>
            <a:ext cx="3840480" cy="2560320"/>
          </a:xfrm>
          <a:prstGeom prst="roundRect">
            <a:avLst/>
          </a:prstGeom>
          <a:solidFill>
            <a:srgbClr val="E8F4F8"/>
          </a:solidFill>
          <a:ln w="25400">
            <a:solidFill>
              <a:srgbClr val="3D7E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核心问题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0" y="201168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为什么还要用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OpenClaw？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认知跃迁：从咨询台到请到家里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228600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9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豆包/传统AI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9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咨询台模式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99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每天跑到别人家门口问问题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99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你接收信息，再去操作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99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你动手，AI动嘴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46320" y="1188720"/>
            <a:ext cx="3840480" cy="22860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4846320" y="12801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65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OpenClaw 🦞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0" y="17373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65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请到家里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029200" y="219456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665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直接让它帮你干活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665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它操作你的电脑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665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你动嘴，它动手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840480"/>
            <a:ext cx="8229600" cy="822960"/>
          </a:xfrm>
          <a:prstGeom prst="roundRect">
            <a:avLst/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9776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现在的 OpenClaw，更像是你把它请到家里，让它直接帮你去做，比如打扫房间。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通道才是杀手锏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7E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OpenClaw vs AI编程工具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840480" cy="118872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7373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之前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跑到电脑前告诉它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你需要做什么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846320" y="1645920"/>
            <a:ext cx="3840480" cy="118872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8" name="Text 6"/>
          <p:cNvSpPr/>
          <p:nvPr/>
        </p:nvSpPr>
        <p:spPr>
          <a:xfrm>
            <a:off x="4846320" y="17373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 🦞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0" y="210312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躺着也能指挥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说话就能办事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真实使用场景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566160"/>
            <a:ext cx="4114800" cy="502920"/>
          </a:xfrm>
          <a:prstGeom prst="roundRect">
            <a:avLst/>
          </a:prstGeom>
          <a:solidFill>
            <a:srgbClr val="FFF7ED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6576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🤰 带娃  说话就能处理工作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46320" y="3566160"/>
            <a:ext cx="4114800" cy="502920"/>
          </a:xfrm>
          <a:prstGeom prst="roundRect">
            <a:avLst/>
          </a:prstGeom>
          <a:solidFill>
            <a:srgbClr val="FEF2F2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0" y="36576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🚂 坐火车  手机指挥服务器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206240"/>
            <a:ext cx="4114800" cy="502920"/>
          </a:xfrm>
          <a:prstGeom prst="roundRect">
            <a:avLst/>
          </a:prstGeom>
          <a:solidFill>
            <a:srgbClr val="FFF7ED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2976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⛰️ 户外  随时安排任务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46320" y="4206240"/>
            <a:ext cx="4114800" cy="502920"/>
          </a:xfrm>
          <a:prstGeom prst="roundRect">
            <a:avLst/>
          </a:prstGeom>
          <a:solidFill>
            <a:srgbClr val="FEF2F2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0" y="42976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🤕 生病住院  动嘴指挥龙虾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部署选择：就近原则 vs 源头原则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91440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887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9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就近原则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9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搜索排第一的就用 不推荐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46320" y="1097280"/>
            <a:ext cx="3840480" cy="9144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7" name="Text 5"/>
          <p:cNvSpPr/>
          <p:nvPr/>
        </p:nvSpPr>
        <p:spPr>
          <a:xfrm>
            <a:off x="4846320" y="11887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65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源头原则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846320" y="15544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只看官方 推荐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三种部署方式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7889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官方源码部署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926080" y="27889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B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⭐⭐⭐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297680" y="27889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扩展性强，功能全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0" y="27889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适合: 有技术基础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375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云服务一键部署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926080" y="33375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B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⭐⭐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297680" y="33375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门槛低，体验快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83680" y="33375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适合: 想先体验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886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App/第三方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926080" y="38862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B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297680" y="3886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下载即用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0" y="38862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适合: 纯小白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案例篇：傅盛龙虾养成日记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7E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明线：龙虾怎么用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840480" cy="4114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8个AI同事协同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377440" y="1645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不同技能分工合作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3840480" cy="4114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1488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48小时139技能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377440" y="21488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低成本快速验证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560320"/>
            <a:ext cx="3840480" cy="4114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651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健康管家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377440" y="2651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监督康复日程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063240"/>
            <a:ext cx="3840480" cy="4114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154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377440" y="3154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7x24小时分析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3840480" cy="4114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657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初中生都能用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377440" y="3657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降低门槛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46320" y="10972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7E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暗线：营销手法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846320" y="1554480"/>
            <a:ext cx="3840480" cy="41148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1645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讲故事 &gt; 讲功能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766560" y="1645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真实故事更有说服力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46320" y="2057400"/>
            <a:ext cx="3840480" cy="41148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24" name="Text 22"/>
          <p:cNvSpPr/>
          <p:nvPr/>
        </p:nvSpPr>
        <p:spPr>
          <a:xfrm>
            <a:off x="4937760" y="21488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引导加群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766560" y="21488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私域沉淀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46320" y="2560320"/>
            <a:ext cx="3840480" cy="41148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651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初中生都能用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766560" y="2651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降低心理障碍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846320" y="3063240"/>
            <a:ext cx="3840480" cy="41148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30" name="Text 28"/>
          <p:cNvSpPr/>
          <p:nvPr/>
        </p:nvSpPr>
        <p:spPr>
          <a:xfrm>
            <a:off x="4937760" y="3154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线上+线下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766560" y="3154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"按头"让你用起来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206240"/>
            <a:ext cx="8229600" cy="640080"/>
          </a:xfrm>
          <a:prstGeom prst="roundRect">
            <a:avLst/>
          </a:prstGeom>
          <a:solidFill>
            <a:srgbClr val="1E3A5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每一个大佬都会夹带私货，这是必修课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GitHub案例：别人跑通的领域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777240"/>
          </a:xfrm>
          <a:prstGeom prst="roundRect">
            <a:avLst/>
          </a:prstGeom>
          <a:solidFill>
            <a:srgbClr val="E8F4F8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801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量化交易 ⭐⭐⭐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傅盛不是交易员，但可以直接学会GitHub上的交易技能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8229600" cy="777240"/>
          </a:xfrm>
          <a:prstGeom prst="roundRect">
            <a:avLst/>
          </a:prstGeom>
          <a:solidFill>
            <a:srgbClr val="FEF2F2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945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电商 ⭐⭐⭐⭐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最成熟领域：选品+差异化+客服自动化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017520"/>
            <a:ext cx="8229600" cy="777240"/>
          </a:xfrm>
          <a:prstGeom prst="roundRect">
            <a:avLst/>
          </a:prstGeom>
          <a:solidFill>
            <a:srgbClr val="E8F4F8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1089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自媒体 ⭐⭐⭐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429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养龙虾是门手艺，值得付费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931920"/>
            <a:ext cx="8229600" cy="777240"/>
          </a:xfrm>
          <a:prstGeom prst="roundRect">
            <a:avLst/>
          </a:prstGeom>
          <a:solidFill>
            <a:srgbClr val="FEF2F2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0233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客服 ⭐⭐⭐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3434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需要找不封闭的平台，toB业务支持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389120"/>
            <a:ext cx="8229600" cy="548640"/>
          </a:xfrm>
          <a:prstGeom prst="roundRect">
            <a:avLst/>
          </a:prstGeom>
          <a:solidFill>
            <a:srgbClr val="FEE2E2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付费确实是最快节省时间的方式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成本参考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8229600" cy="822960"/>
          </a:xfrm>
          <a:prstGeom prst="roundRect">
            <a:avLst/>
          </a:prstGeom>
          <a:solidFill>
            <a:srgbClr val="FFFFFF">
              <a:alpha val="9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云服务器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0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99元/年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0" y="15087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阿里云/腾讯云引流款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8229600" cy="822960"/>
          </a:xfrm>
          <a:prstGeom prst="roundRect">
            <a:avLst/>
          </a:prstGeom>
          <a:solidFill>
            <a:srgbClr val="FFFFFF">
              <a:alpha val="9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4231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大模型API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0" y="24231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几十元/月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0" y="25146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MiniMax等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8229600" cy="822960"/>
          </a:xfrm>
          <a:prstGeom prst="roundRect">
            <a:avLst/>
          </a:prstGeom>
          <a:solidFill>
            <a:srgbClr val="FFFFFF">
              <a:alpha val="9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4290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Mac mini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0" y="34290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500元+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00800" y="35204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一次性投入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206240"/>
            <a:ext cx="8229600" cy="640080"/>
          </a:xfrm>
          <a:prstGeom prst="roundRect">
            <a:avLst/>
          </a:prstGeom>
          <a:solidFill>
            <a:srgbClr val="FF6B35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一个月几十块钱，也就是一杯奶茶钱 🧋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四步走计划：养一只龙虾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8640" cy="54864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88720" y="1188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看案例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554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知道AI的边界在哪里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548640" cy="54864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1945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21031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盘需求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8872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知道自己要什么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548640" cy="54864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1089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188720" y="3017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每天一个Skill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88720" y="33832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从需求里挑一个跑通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931920"/>
            <a:ext cx="548640" cy="54864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0233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188720" y="3931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一人公司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88720" y="42976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多Agent模式，超级个体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3200400"/>
            <a:ext cx="4114800" cy="1371600"/>
          </a:xfrm>
          <a:prstGeom prst="roundRect">
            <a:avLst/>
          </a:prstGeom>
          <a:solidFill>
            <a:srgbClr val="E8F4F8"/>
          </a:solidFill>
          <a:ln/>
        </p:spPr>
      </p:sp>
      <p:sp>
        <p:nvSpPr>
          <p:cNvPr id="20" name="Text 18"/>
          <p:cNvSpPr/>
          <p:nvPr/>
        </p:nvSpPr>
        <p:spPr>
          <a:xfrm>
            <a:off x="4754880" y="338328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🦞 养一只龙虾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754880" y="38404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把它养成超级个体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最终变成一人公司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dirty="0">
                <a:solidFill>
                  <a:srgbClr val="000000"/>
                </a:solidFill>
              </a:rPr>
              <a:t>🦞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开始你的OpenClaw之旅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3291840"/>
            <a:ext cx="8229600" cy="731520"/>
          </a:xfrm>
          <a:prstGeom prst="roundRect">
            <a:avLst/>
          </a:prstGeom>
          <a:solidFill>
            <a:srgbClr val="FF6B35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383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加为进围观群，加微信：aoxueluoluo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备注：大龙虾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OpenClaw认知与案例指南</dc:title>
  <dc:subject>PptxGenJS Presentation</dc:subject>
  <dc:creator>罗傲雪</dc:creator>
  <cp:lastModifiedBy>罗傲雪</cp:lastModifiedBy>
  <cp:revision>1</cp:revision>
  <dcterms:created xsi:type="dcterms:W3CDTF">2026-03-03T03:29:20Z</dcterms:created>
  <dcterms:modified xsi:type="dcterms:W3CDTF">2026-03-03T03:29:20Z</dcterms:modified>
</cp:coreProperties>
</file>