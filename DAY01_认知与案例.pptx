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2743200" cy="2743200"/>
          </a:xfrm>
          <a:prstGeom prst="ellipse">
            <a:avLst/>
          </a:prstGeom>
          <a:solidFill>
            <a:srgbClr val="3D7EAA">
              <a:alpha val="7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315200" y="3200400"/>
            <a:ext cx="3657600" cy="3657600"/>
          </a:xfrm>
          <a:prstGeom prst="ellipse">
            <a:avLst/>
          </a:prstGeom>
          <a:solidFill>
            <a:srgbClr val="FF6B35">
              <a:alpha val="6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572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dirty="0">
                <a:solidFill>
                  <a:srgbClr val="000000"/>
                </a:solidFill>
              </a:rPr>
              <a:t>🦞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OpenClaw个人助理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560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E8F4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认知与案例指南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F4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DAY 01 · 罗傲雪 · 2026年3月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今日分享框架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371600" cy="54864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28016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1️⃣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97280" y="12801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三种模式的差别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383280" y="12801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豆包 vs Claude Code vs OpenClaw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2️⃣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97280" y="17373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Channel（通道）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383280" y="17373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才是杀手锏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219456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3️⃣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97280" y="21945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你适合哪种？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383280" y="21945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选择指南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265176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4️⃣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97280" y="26517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部署选择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383280" y="26517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就近原则 vs 源头原则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310896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5️⃣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97280" y="31089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案例篇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383280" y="31089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傅盛龙虾养成日记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356616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6️⃣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97280" y="35661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GitHub案例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383280" y="35661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别人跑通的领域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402336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7️⃣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97280" y="40233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成本参考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383280" y="40233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99元/年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7200" y="448056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8️⃣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097280" y="44805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四步走计划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383280" y="44805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养一只龙虾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三种模式的差别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豆包 vs Claude Code vs OpenClaw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651760" cy="25603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4630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99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豆包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9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咨询台模式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2194560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你问问题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9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它给答案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9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你再去做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46120" y="1371600"/>
            <a:ext cx="2651760" cy="256032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9" name="Text 7"/>
          <p:cNvSpPr/>
          <p:nvPr/>
        </p:nvSpPr>
        <p:spPr>
          <a:xfrm>
            <a:off x="3246120" y="14630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92400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Claude Code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246120" y="182880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2400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在家干活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337560" y="2194560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在电脑上操作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但得盯着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你看着它干活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035040" y="1371600"/>
            <a:ext cx="2651760" cy="25603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Text 11"/>
          <p:cNvSpPr/>
          <p:nvPr/>
        </p:nvSpPr>
        <p:spPr>
          <a:xfrm>
            <a:off x="6035040" y="14630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65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OpenClaw 🦞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035040" y="182880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65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Channel通道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126480" y="2194560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65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你让它干就行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665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可以去旅游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665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动嘴就办事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4206240"/>
            <a:ext cx="8229600" cy="640080"/>
          </a:xfrm>
          <a:prstGeom prst="roundRect">
            <a:avLst/>
          </a:prstGeom>
          <a:solidFill>
            <a:srgbClr val="1E3A5F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4297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Channel（通道）才是杀手锏！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比喻一下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8229600" cy="822960"/>
          </a:xfrm>
          <a:prstGeom prst="roundRect">
            <a:avLst/>
          </a:prstGeom>
          <a:solidFill>
            <a:srgbClr val="FEE2E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280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🤔 豆包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468880" y="1280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像去咨询台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297680" y="1280160"/>
            <a:ext cx="4114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你问问题，它给答案，你再去做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194560"/>
            <a:ext cx="8229600" cy="822960"/>
          </a:xfrm>
          <a:prstGeom prst="roundRect">
            <a:avLst/>
          </a:prstGeom>
          <a:solidFill>
            <a:srgbClr val="FEF3C7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2860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💻 Claude Code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468880" y="22860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像请了个保姆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97680" y="2286000"/>
            <a:ext cx="4114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在家干活，但你得盯着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200400"/>
            <a:ext cx="8229600" cy="822960"/>
          </a:xfrm>
          <a:prstGeom prst="roundRect">
            <a:avLst/>
          </a:prstGeom>
          <a:solidFill>
            <a:srgbClr val="DCFCE7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2918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🦞 OpenClaw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468880" y="32918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像请了个管家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297680" y="3291840"/>
            <a:ext cx="4114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你让它干就行，可以去旅游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真实使用场景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4114800"/>
            <a:ext cx="4114800" cy="457200"/>
          </a:xfrm>
          <a:prstGeom prst="roundRect">
            <a:avLst/>
          </a:prstGeom>
          <a:solidFill>
            <a:srgbClr val="F3F4F6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2062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🤰 带娃  说话就能处理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846320" y="4114800"/>
            <a:ext cx="4114800" cy="457200"/>
          </a:xfrm>
          <a:prstGeom prst="roundRect">
            <a:avLst/>
          </a:prstGeom>
          <a:solidFill>
            <a:srgbClr val="F3F4F6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0" y="42062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🚂 坐火车  手机指挥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4617720"/>
            <a:ext cx="4114800" cy="457200"/>
          </a:xfrm>
          <a:prstGeom prst="roundRect">
            <a:avLst/>
          </a:prstGeom>
          <a:solidFill>
            <a:srgbClr val="F3F4F6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47091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⛰️ 户外  随时安排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846320" y="4617720"/>
            <a:ext cx="4114800" cy="457200"/>
          </a:xfrm>
          <a:prstGeom prst="roundRect">
            <a:avLst/>
          </a:prstGeom>
          <a:solidFill>
            <a:srgbClr val="F3F4F6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0" y="47091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🤕 生病  动嘴指挥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你适合哪种？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777240"/>
          </a:xfrm>
          <a:prstGeom prst="roundRect">
            <a:avLst/>
          </a:prstGeom>
          <a:solidFill>
            <a:srgbClr val="E8F4F8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1887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问问题、查资料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114800" y="118872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豆包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943600" y="118872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快速响应，无需配置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2011680"/>
            <a:ext cx="8229600" cy="777240"/>
          </a:xfrm>
          <a:prstGeom prst="roundRect">
            <a:avLst/>
          </a:prstGeom>
          <a:solidFill>
            <a:srgbClr val="E8F4F8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1031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需要写代码、坐电脑前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114800" y="210312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Claude Code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943600" y="210312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编程能力强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926080"/>
            <a:ext cx="8229600" cy="777240"/>
          </a:xfrm>
          <a:prstGeom prst="roundRect">
            <a:avLst/>
          </a:prstGeom>
          <a:solidFill>
            <a:srgbClr val="E8F4F8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0175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想要躺着指挥、随时办事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114800" y="301752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OpenClaw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943600" y="301752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Channel通道，真正的自动化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4206240"/>
            <a:ext cx="8229600" cy="640080"/>
          </a:xfrm>
          <a:prstGeom prst="roundRect">
            <a:avLst/>
          </a:prstGeom>
          <a:solidFill>
            <a:srgbClr val="1E3A5F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4297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一句话：豆包=问问题 Claude Code=你看着干 OpenClaw=你玩去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部署选择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840480" cy="91440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8872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99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就近原则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55448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9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搜索排第一的就用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846320" y="1097280"/>
            <a:ext cx="3840480" cy="9144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7" name="Text 5"/>
          <p:cNvSpPr/>
          <p:nvPr/>
        </p:nvSpPr>
        <p:spPr>
          <a:xfrm>
            <a:off x="4846320" y="118872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65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源头原则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846320" y="155448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665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只看官方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286000"/>
            <a:ext cx="8229600" cy="457200"/>
          </a:xfrm>
          <a:prstGeom prst="rect">
            <a:avLst/>
          </a:prstGeom>
          <a:solidFill>
            <a:srgbClr val="E8F4F8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3317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官方源码部署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200400" y="23317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⭐⭐⭐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0" y="23317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扩展性强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788920"/>
            <a:ext cx="8229600" cy="457200"/>
          </a:xfrm>
          <a:prstGeom prst="rect">
            <a:avLst/>
          </a:prstGeom>
          <a:solidFill>
            <a:srgbClr val="E8F4F8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2834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云服务一键部署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200400" y="28346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⭐⭐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0" y="28346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门槛低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solidFill>
            <a:srgbClr val="E8F4F8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3375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App/第三方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200400" y="333756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⭐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0" y="33375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下载即用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案例篇：傅盛龙虾养成日记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7E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明线：龙虾怎么用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840480" cy="384048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4630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8个AI同事协同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834640" y="146304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分工合作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3840480" cy="384048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9202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48小时139技能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834640" y="192024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快速验证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286000"/>
            <a:ext cx="3840480" cy="384048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3774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健康管家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834640" y="237744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监督康复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743200"/>
            <a:ext cx="3840480" cy="384048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交易官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834640" y="283464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7x24分析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846320" y="100584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7E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暗线：营销手法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846320" y="1371600"/>
            <a:ext cx="3840480" cy="384048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18" name="Text 16"/>
          <p:cNvSpPr/>
          <p:nvPr/>
        </p:nvSpPr>
        <p:spPr>
          <a:xfrm>
            <a:off x="4937760" y="14630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讲故事&gt;讲功能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223760" y="146304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有说服力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846320" y="1828800"/>
            <a:ext cx="3840480" cy="384048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21" name="Text 19"/>
          <p:cNvSpPr/>
          <p:nvPr/>
        </p:nvSpPr>
        <p:spPr>
          <a:xfrm>
            <a:off x="4937760" y="19202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引导加群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223760" y="192024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私域沉淀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46320" y="2286000"/>
            <a:ext cx="3840480" cy="384048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24" name="Text 22"/>
          <p:cNvSpPr/>
          <p:nvPr/>
        </p:nvSpPr>
        <p:spPr>
          <a:xfrm>
            <a:off x="4937760" y="23774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线上+线下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223760" y="237744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按头用起来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57200" y="4206240"/>
            <a:ext cx="8229600" cy="640080"/>
          </a:xfrm>
          <a:prstGeom prst="roundRect">
            <a:avLst/>
          </a:prstGeom>
          <a:solidFill>
            <a:srgbClr val="1E3A5F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4297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每一个大佬都会夹带私货，这是必修课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GitHub案例：别人跑通的领域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685800"/>
          </a:xfrm>
          <a:prstGeom prst="roundRect">
            <a:avLst/>
          </a:prstGeom>
          <a:solidFill>
            <a:srgbClr val="E8F4F8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18872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量化交易 ⭐⭐⭐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2926080" y="118872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傅盛不是交易员，但可以直接学会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874520"/>
            <a:ext cx="8229600" cy="685800"/>
          </a:xfrm>
          <a:prstGeom prst="roundRect">
            <a:avLst/>
          </a:prstGeom>
          <a:solidFill>
            <a:srgbClr val="FEF2F2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96596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电商 ⭐⭐⭐⭐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926080" y="196596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最成熟：选品+差异化+客服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651760"/>
            <a:ext cx="8229600" cy="685800"/>
          </a:xfrm>
          <a:prstGeom prst="roundRect">
            <a:avLst/>
          </a:prstGeom>
          <a:solidFill>
            <a:srgbClr val="E8F4F8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4320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自媒体 ⭐⭐⭐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926080" y="274320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养龙虾是门手艺，值得付费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429000"/>
            <a:ext cx="8229600" cy="685800"/>
          </a:xfrm>
          <a:prstGeom prst="roundRect">
            <a:avLst/>
          </a:prstGeom>
          <a:solidFill>
            <a:srgbClr val="FEF2F2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52044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客服 ⭐⭐⭐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926080" y="352044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需要找不封闭的平台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4389120"/>
            <a:ext cx="8229600" cy="548640"/>
          </a:xfrm>
          <a:prstGeom prst="roundRect">
            <a:avLst/>
          </a:prstGeom>
          <a:solidFill>
            <a:srgbClr val="FEE2E2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44805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9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付费确实是最快节省时间的方式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成本参考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8229600" cy="777240"/>
          </a:xfrm>
          <a:prstGeom prst="roundRect">
            <a:avLst/>
          </a:prstGeom>
          <a:solidFill>
            <a:srgbClr val="FFFFFF">
              <a:alpha val="9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云服务器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0" y="141732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6B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99元/年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194560"/>
            <a:ext cx="8229600" cy="777240"/>
          </a:xfrm>
          <a:prstGeom prst="roundRect">
            <a:avLst/>
          </a:prstGeom>
          <a:solidFill>
            <a:srgbClr val="FFFFFF">
              <a:alpha val="9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33172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大模型API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0" y="233172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6B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几十元/月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3108960"/>
            <a:ext cx="8229600" cy="777240"/>
          </a:xfrm>
          <a:prstGeom prst="roundRect">
            <a:avLst/>
          </a:prstGeom>
          <a:solidFill>
            <a:srgbClr val="FFFFFF">
              <a:alpha val="9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324612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Mac mini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486400" y="324612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6B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500元+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7200" y="4206240"/>
            <a:ext cx="8229600" cy="640080"/>
          </a:xfrm>
          <a:prstGeom prst="roundRect">
            <a:avLst/>
          </a:prstGeom>
          <a:solidFill>
            <a:srgbClr val="FF6B35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4297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一个月几十块钱，一杯奶茶钱 🧋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四步走计划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502920" cy="50292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280160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97280" y="11887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看案例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97280" y="1554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知道AI边界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011680"/>
            <a:ext cx="502920" cy="50292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103120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97280" y="20116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盘需求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97280" y="23774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知道自己要什么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834640"/>
            <a:ext cx="502920" cy="50292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926080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97280" y="28346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每天一个Skill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97280" y="3200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从需求挑一个跑通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657600"/>
            <a:ext cx="502920" cy="50292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3749040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97280" y="36576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一人公司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97280" y="40233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多Agent，超级个体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0" y="2926080"/>
            <a:ext cx="4114800" cy="1645920"/>
          </a:xfrm>
          <a:prstGeom prst="roundRect">
            <a:avLst/>
          </a:prstGeom>
          <a:solidFill>
            <a:srgbClr val="E8F4F8"/>
          </a:solidFill>
          <a:ln/>
        </p:spPr>
      </p:sp>
      <p:sp>
        <p:nvSpPr>
          <p:cNvPr id="20" name="Text 18"/>
          <p:cNvSpPr/>
          <p:nvPr/>
        </p:nvSpPr>
        <p:spPr>
          <a:xfrm>
            <a:off x="4754880" y="310896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🦞 养一只龙虾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754880" y="3566160"/>
            <a:ext cx="3749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变成超级个体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最终成为一人公司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dirty="0">
                <a:solidFill>
                  <a:srgbClr val="000000"/>
                </a:solidFill>
              </a:rPr>
              <a:t>🦞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457200" y="22860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开始你的OpenClaw之旅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3291840"/>
            <a:ext cx="8229600" cy="731520"/>
          </a:xfrm>
          <a:prstGeom prst="roundRect">
            <a:avLst/>
          </a:prstGeom>
          <a:solidFill>
            <a:srgbClr val="FF6B35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3832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加为进围观群，加微信：aoxueluoluo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备注：大龙虾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OpenClaw认知与案例指南</dc:title>
  <dc:subject>PptxGenJS Presentation</dc:subject>
  <dc:creator>罗傲雪</dc:creator>
  <cp:lastModifiedBy>罗傲雪</cp:lastModifiedBy>
  <cp:revision>1</cp:revision>
  <dcterms:created xsi:type="dcterms:W3CDTF">2026-03-03T03:46:51Z</dcterms:created>
  <dcterms:modified xsi:type="dcterms:W3CDTF">2026-03-03T03:46:51Z</dcterms:modified>
</cp:coreProperties>
</file>